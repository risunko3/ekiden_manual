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60" r:id="rId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20B7F9-E6AF-4055-ACF9-127D41EFD350}" v="1" dt="2025-06-15T22:00:40.16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3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da, Ryuta/和田 龍太" userId="2d932581-5fbd-4652-aa43-e6a64ab27875" providerId="ADAL" clId="{FB287A47-7749-4009-9747-5E2F415DABA1}"/>
    <pc:docChg chg="undo custSel modSld">
      <pc:chgData name="Wada, Ryuta/和田 龍太" userId="2d932581-5fbd-4652-aa43-e6a64ab27875" providerId="ADAL" clId="{FB287A47-7749-4009-9747-5E2F415DABA1}" dt="2024-05-27T09:43:01.700" v="48" actId="1076"/>
      <pc:docMkLst>
        <pc:docMk/>
      </pc:docMkLst>
      <pc:sldChg chg="modSp mod">
        <pc:chgData name="Wada, Ryuta/和田 龍太" userId="2d932581-5fbd-4652-aa43-e6a64ab27875" providerId="ADAL" clId="{FB287A47-7749-4009-9747-5E2F415DABA1}" dt="2024-05-27T09:41:52.836" v="12" actId="403"/>
        <pc:sldMkLst>
          <pc:docMk/>
          <pc:sldMk cId="1512045117" sldId="256"/>
        </pc:sldMkLst>
        <pc:spChg chg="mod">
          <ac:chgData name="Wada, Ryuta/和田 龍太" userId="2d932581-5fbd-4652-aa43-e6a64ab27875" providerId="ADAL" clId="{FB287A47-7749-4009-9747-5E2F415DABA1}" dt="2024-05-27T09:41:29.629" v="0" actId="20577"/>
          <ac:spMkLst>
            <pc:docMk/>
            <pc:sldMk cId="1512045117" sldId="256"/>
            <ac:spMk id="4" creationId="{00000000-0000-0000-0000-000000000000}"/>
          </ac:spMkLst>
        </pc:spChg>
        <pc:spChg chg="mod">
          <ac:chgData name="Wada, Ryuta/和田 龍太" userId="2d932581-5fbd-4652-aa43-e6a64ab27875" providerId="ADAL" clId="{FB287A47-7749-4009-9747-5E2F415DABA1}" dt="2024-05-27T09:41:52.836" v="12" actId="403"/>
          <ac:spMkLst>
            <pc:docMk/>
            <pc:sldMk cId="1512045117" sldId="256"/>
            <ac:spMk id="15" creationId="{00000000-0008-0000-0200-000004000000}"/>
          </ac:spMkLst>
        </pc:spChg>
      </pc:sldChg>
      <pc:sldChg chg="modSp mod">
        <pc:chgData name="Wada, Ryuta/和田 龍太" userId="2d932581-5fbd-4652-aa43-e6a64ab27875" providerId="ADAL" clId="{FB287A47-7749-4009-9747-5E2F415DABA1}" dt="2024-05-27T09:43:01.700" v="48" actId="1076"/>
        <pc:sldMkLst>
          <pc:docMk/>
          <pc:sldMk cId="1199536411" sldId="257"/>
        </pc:sldMkLst>
        <pc:spChg chg="mod">
          <ac:chgData name="Wada, Ryuta/和田 龍太" userId="2d932581-5fbd-4652-aa43-e6a64ab27875" providerId="ADAL" clId="{FB287A47-7749-4009-9747-5E2F415DABA1}" dt="2024-05-27T09:43:00.060" v="47" actId="1076"/>
          <ac:spMkLst>
            <pc:docMk/>
            <pc:sldMk cId="1199536411" sldId="257"/>
            <ac:spMk id="2" creationId="{7E6BCA97-2D80-0380-8EBA-E6102EC9FEFF}"/>
          </ac:spMkLst>
        </pc:spChg>
        <pc:graphicFrameChg chg="mod modGraphic">
          <ac:chgData name="Wada, Ryuta/和田 龍太" userId="2d932581-5fbd-4652-aa43-e6a64ab27875" providerId="ADAL" clId="{FB287A47-7749-4009-9747-5E2F415DABA1}" dt="2024-05-27T09:42:57.131" v="46" actId="14734"/>
          <ac:graphicFrameMkLst>
            <pc:docMk/>
            <pc:sldMk cId="1199536411" sldId="257"/>
            <ac:graphicFrameMk id="5" creationId="{00000000-0000-0000-0000-000000000000}"/>
          </ac:graphicFrameMkLst>
        </pc:graphicFrameChg>
        <pc:cxnChg chg="mod">
          <ac:chgData name="Wada, Ryuta/和田 龍太" userId="2d932581-5fbd-4652-aa43-e6a64ab27875" providerId="ADAL" clId="{FB287A47-7749-4009-9747-5E2F415DABA1}" dt="2024-05-27T09:43:01.700" v="48" actId="1076"/>
          <ac:cxnSpMkLst>
            <pc:docMk/>
            <pc:sldMk cId="1199536411" sldId="257"/>
            <ac:cxnSpMk id="7" creationId="{341891C0-6764-AF6A-74B6-569A81921112}"/>
          </ac:cxnSpMkLst>
        </pc:cxnChg>
      </pc:sldChg>
    </pc:docChg>
  </pc:docChgLst>
  <pc:docChgLst>
    <pc:chgData name="Wada, Ryuta/和田 龍太" userId="2d932581-5fbd-4652-aa43-e6a64ab27875" providerId="ADAL" clId="{467990DB-0D84-43DD-BEA8-25E1AE953C39}"/>
    <pc:docChg chg="custSel modSld">
      <pc:chgData name="Wada, Ryuta/和田 龍太" userId="2d932581-5fbd-4652-aa43-e6a64ab27875" providerId="ADAL" clId="{467990DB-0D84-43DD-BEA8-25E1AE953C39}" dt="2023-07-02T22:40:16.101" v="302" actId="20577"/>
      <pc:docMkLst>
        <pc:docMk/>
      </pc:docMkLst>
      <pc:sldChg chg="addSp delSp modSp mod">
        <pc:chgData name="Wada, Ryuta/和田 龍太" userId="2d932581-5fbd-4652-aa43-e6a64ab27875" providerId="ADAL" clId="{467990DB-0D84-43DD-BEA8-25E1AE953C39}" dt="2023-07-02T22:38:36.927" v="2"/>
        <pc:sldMkLst>
          <pc:docMk/>
          <pc:sldMk cId="1199536411" sldId="257"/>
        </pc:sldMkLst>
        <pc:spChg chg="add mod">
          <ac:chgData name="Wada, Ryuta/和田 龍太" userId="2d932581-5fbd-4652-aa43-e6a64ab27875" providerId="ADAL" clId="{467990DB-0D84-43DD-BEA8-25E1AE953C39}" dt="2023-07-02T22:38:36.927" v="2"/>
          <ac:spMkLst>
            <pc:docMk/>
            <pc:sldMk cId="1199536411" sldId="257"/>
            <ac:spMk id="2" creationId="{7E6BCA97-2D80-0380-8EBA-E6102EC9FEFF}"/>
          </ac:spMkLst>
        </pc:spChg>
        <pc:spChg chg="add mod">
          <ac:chgData name="Wada, Ryuta/和田 龍太" userId="2d932581-5fbd-4652-aa43-e6a64ab27875" providerId="ADAL" clId="{467990DB-0D84-43DD-BEA8-25E1AE953C39}" dt="2023-07-02T22:38:36.927" v="2"/>
          <ac:spMkLst>
            <pc:docMk/>
            <pc:sldMk cId="1199536411" sldId="257"/>
            <ac:spMk id="3" creationId="{C050ECD8-CDAF-B33E-F898-276A58A066E0}"/>
          </ac:spMkLst>
        </pc:spChg>
        <pc:spChg chg="del">
          <ac:chgData name="Wada, Ryuta/和田 龍太" userId="2d932581-5fbd-4652-aa43-e6a64ab27875" providerId="ADAL" clId="{467990DB-0D84-43DD-BEA8-25E1AE953C39}" dt="2023-07-02T22:38:31.911" v="1" actId="478"/>
          <ac:spMkLst>
            <pc:docMk/>
            <pc:sldMk cId="1199536411" sldId="257"/>
            <ac:spMk id="6" creationId="{00000000-0000-0000-0000-000000000000}"/>
          </ac:spMkLst>
        </pc:spChg>
        <pc:graphicFrameChg chg="mod">
          <ac:chgData name="Wada, Ryuta/和田 龍太" userId="2d932581-5fbd-4652-aa43-e6a64ab27875" providerId="ADAL" clId="{467990DB-0D84-43DD-BEA8-25E1AE953C39}" dt="2023-07-02T22:38:23.025" v="0"/>
          <ac:graphicFrameMkLst>
            <pc:docMk/>
            <pc:sldMk cId="1199536411" sldId="257"/>
            <ac:graphicFrameMk id="5" creationId="{00000000-0000-0000-0000-000000000000}"/>
          </ac:graphicFrameMkLst>
        </pc:graphicFrameChg>
        <pc:cxnChg chg="add mod">
          <ac:chgData name="Wada, Ryuta/和田 龍太" userId="2d932581-5fbd-4652-aa43-e6a64ab27875" providerId="ADAL" clId="{467990DB-0D84-43DD-BEA8-25E1AE953C39}" dt="2023-07-02T22:38:36.927" v="2"/>
          <ac:cxnSpMkLst>
            <pc:docMk/>
            <pc:sldMk cId="1199536411" sldId="257"/>
            <ac:cxnSpMk id="7" creationId="{341891C0-6764-AF6A-74B6-569A81921112}"/>
          </ac:cxnSpMkLst>
        </pc:cxnChg>
      </pc:sldChg>
      <pc:sldChg chg="modSp mod">
        <pc:chgData name="Wada, Ryuta/和田 龍太" userId="2d932581-5fbd-4652-aa43-e6a64ab27875" providerId="ADAL" clId="{467990DB-0D84-43DD-BEA8-25E1AE953C39}" dt="2023-07-02T22:40:16.101" v="302" actId="20577"/>
        <pc:sldMkLst>
          <pc:docMk/>
          <pc:sldMk cId="4213922500" sldId="258"/>
        </pc:sldMkLst>
        <pc:spChg chg="mod">
          <ac:chgData name="Wada, Ryuta/和田 龍太" userId="2d932581-5fbd-4652-aa43-e6a64ab27875" providerId="ADAL" clId="{467990DB-0D84-43DD-BEA8-25E1AE953C39}" dt="2023-07-02T22:40:16.101" v="302" actId="20577"/>
          <ac:spMkLst>
            <pc:docMk/>
            <pc:sldMk cId="4213922500" sldId="258"/>
            <ac:spMk id="4" creationId="{00000000-0000-0000-0000-000000000000}"/>
          </ac:spMkLst>
        </pc:spChg>
      </pc:sldChg>
    </pc:docChg>
  </pc:docChgLst>
  <pc:docChgLst>
    <pc:chgData name="Wada, Ryuta/和田 龍太" userId="S::1469999@tmc.twfr.toyota.co.jp::2d932581-5fbd-4652-aa43-e6a64ab27875" providerId="AD" clId="Web-{4EA3C88B-CF55-BD69-5589-09A6B6C632B9}"/>
    <pc:docChg chg="modSld">
      <pc:chgData name="Wada, Ryuta/和田 龍太" userId="S::1469999@tmc.twfr.toyota.co.jp::2d932581-5fbd-4652-aa43-e6a64ab27875" providerId="AD" clId="Web-{4EA3C88B-CF55-BD69-5589-09A6B6C632B9}" dt="2024-05-13T07:59:55.914" v="101"/>
      <pc:docMkLst>
        <pc:docMk/>
      </pc:docMkLst>
      <pc:sldChg chg="modSp">
        <pc:chgData name="Wada, Ryuta/和田 龍太" userId="S::1469999@tmc.twfr.toyota.co.jp::2d932581-5fbd-4652-aa43-e6a64ab27875" providerId="AD" clId="Web-{4EA3C88B-CF55-BD69-5589-09A6B6C632B9}" dt="2024-05-13T07:59:55.914" v="101"/>
        <pc:sldMkLst>
          <pc:docMk/>
          <pc:sldMk cId="1199536411" sldId="257"/>
        </pc:sldMkLst>
        <pc:graphicFrameChg chg="mod modGraphic">
          <ac:chgData name="Wada, Ryuta/和田 龍太" userId="S::1469999@tmc.twfr.toyota.co.jp::2d932581-5fbd-4652-aa43-e6a64ab27875" providerId="AD" clId="Web-{4EA3C88B-CF55-BD69-5589-09A6B6C632B9}" dt="2024-05-13T07:59:55.914" v="101"/>
          <ac:graphicFrameMkLst>
            <pc:docMk/>
            <pc:sldMk cId="1199536411" sldId="257"/>
            <ac:graphicFrameMk id="5" creationId="{00000000-0000-0000-0000-000000000000}"/>
          </ac:graphicFrameMkLst>
        </pc:graphicFrameChg>
      </pc:sldChg>
    </pc:docChg>
  </pc:docChgLst>
  <pc:docChgLst>
    <pc:chgData name="Wada, Ryuta/和田 龍太" userId="2d932581-5fbd-4652-aa43-e6a64ab27875" providerId="ADAL" clId="{FF64F180-8CDE-4155-844D-D8054A080C99}"/>
    <pc:docChg chg="delSld modSld">
      <pc:chgData name="Wada, Ryuta/和田 龍太" userId="2d932581-5fbd-4652-aa43-e6a64ab27875" providerId="ADAL" clId="{FF64F180-8CDE-4155-844D-D8054A080C99}" dt="2024-07-02T22:23:26.092" v="1" actId="14100"/>
      <pc:docMkLst>
        <pc:docMk/>
      </pc:docMkLst>
      <pc:sldChg chg="del">
        <pc:chgData name="Wada, Ryuta/和田 龍太" userId="2d932581-5fbd-4652-aa43-e6a64ab27875" providerId="ADAL" clId="{FF64F180-8CDE-4155-844D-D8054A080C99}" dt="2024-07-02T22:22:57.644" v="0" actId="47"/>
        <pc:sldMkLst>
          <pc:docMk/>
          <pc:sldMk cId="1512045117" sldId="256"/>
        </pc:sldMkLst>
      </pc:sldChg>
      <pc:sldChg chg="del">
        <pc:chgData name="Wada, Ryuta/和田 龍太" userId="2d932581-5fbd-4652-aa43-e6a64ab27875" providerId="ADAL" clId="{FF64F180-8CDE-4155-844D-D8054A080C99}" dt="2024-07-02T22:22:57.644" v="0" actId="47"/>
        <pc:sldMkLst>
          <pc:docMk/>
          <pc:sldMk cId="1199536411" sldId="257"/>
        </pc:sldMkLst>
      </pc:sldChg>
      <pc:sldChg chg="del">
        <pc:chgData name="Wada, Ryuta/和田 龍太" userId="2d932581-5fbd-4652-aa43-e6a64ab27875" providerId="ADAL" clId="{FF64F180-8CDE-4155-844D-D8054A080C99}" dt="2024-07-02T22:22:57.644" v="0" actId="47"/>
        <pc:sldMkLst>
          <pc:docMk/>
          <pc:sldMk cId="4213922500" sldId="258"/>
        </pc:sldMkLst>
      </pc:sldChg>
      <pc:sldChg chg="modSp mod">
        <pc:chgData name="Wada, Ryuta/和田 龍太" userId="2d932581-5fbd-4652-aa43-e6a64ab27875" providerId="ADAL" clId="{FF64F180-8CDE-4155-844D-D8054A080C99}" dt="2024-07-02T22:23:26.092" v="1" actId="14100"/>
        <pc:sldMkLst>
          <pc:docMk/>
          <pc:sldMk cId="1348829719" sldId="259"/>
        </pc:sldMkLst>
        <pc:spChg chg="mod">
          <ac:chgData name="Wada, Ryuta/和田 龍太" userId="2d932581-5fbd-4652-aa43-e6a64ab27875" providerId="ADAL" clId="{FF64F180-8CDE-4155-844D-D8054A080C99}" dt="2024-07-02T22:23:26.092" v="1" actId="14100"/>
          <ac:spMkLst>
            <pc:docMk/>
            <pc:sldMk cId="1348829719" sldId="259"/>
            <ac:spMk id="5" creationId="{00000000-0000-0000-0000-000000000000}"/>
          </ac:spMkLst>
        </pc:spChg>
      </pc:sldChg>
      <pc:sldChg chg="del">
        <pc:chgData name="Wada, Ryuta/和田 龍太" userId="2d932581-5fbd-4652-aa43-e6a64ab27875" providerId="ADAL" clId="{FF64F180-8CDE-4155-844D-D8054A080C99}" dt="2024-07-02T22:22:57.644" v="0" actId="47"/>
        <pc:sldMkLst>
          <pc:docMk/>
          <pc:sldMk cId="1557408536" sldId="260"/>
        </pc:sldMkLst>
      </pc:sldChg>
      <pc:sldChg chg="del">
        <pc:chgData name="Wada, Ryuta/和田 龍太" userId="2d932581-5fbd-4652-aa43-e6a64ab27875" providerId="ADAL" clId="{FF64F180-8CDE-4155-844D-D8054A080C99}" dt="2024-07-02T22:22:57.644" v="0" actId="47"/>
        <pc:sldMkLst>
          <pc:docMk/>
          <pc:sldMk cId="2743060363" sldId="261"/>
        </pc:sldMkLst>
      </pc:sldChg>
    </pc:docChg>
  </pc:docChgLst>
  <pc:docChgLst>
    <pc:chgData name="Wada, Ryuta/和田 龍太" userId="2d932581-5fbd-4652-aa43-e6a64ab27875" providerId="ADAL" clId="{E1F7F74F-B994-4B3B-8DE5-539606023DC8}"/>
    <pc:docChg chg="custSel addSld modSld sldOrd">
      <pc:chgData name="Wada, Ryuta/和田 龍太" userId="2d932581-5fbd-4652-aa43-e6a64ab27875" providerId="ADAL" clId="{E1F7F74F-B994-4B3B-8DE5-539606023DC8}" dt="2024-06-19T00:44:18.963" v="797" actId="13926"/>
      <pc:docMkLst>
        <pc:docMk/>
      </pc:docMkLst>
      <pc:sldChg chg="addSp delSp modSp mod">
        <pc:chgData name="Wada, Ryuta/和田 龍太" userId="2d932581-5fbd-4652-aa43-e6a64ab27875" providerId="ADAL" clId="{E1F7F74F-B994-4B3B-8DE5-539606023DC8}" dt="2024-06-19T00:32:40.222" v="165" actId="1076"/>
        <pc:sldMkLst>
          <pc:docMk/>
          <pc:sldMk cId="1512045117" sldId="256"/>
        </pc:sldMkLst>
        <pc:spChg chg="add mod">
          <ac:chgData name="Wada, Ryuta/和田 龍太" userId="2d932581-5fbd-4652-aa43-e6a64ab27875" providerId="ADAL" clId="{E1F7F74F-B994-4B3B-8DE5-539606023DC8}" dt="2024-06-19T00:30:58.446" v="61" actId="1076"/>
          <ac:spMkLst>
            <pc:docMk/>
            <pc:sldMk cId="1512045117" sldId="256"/>
            <ac:spMk id="3" creationId="{F7B50448-6A90-1EC3-9E56-A59F753208AE}"/>
          </ac:spMkLst>
        </pc:spChg>
        <pc:spChg chg="add del mod">
          <ac:chgData name="Wada, Ryuta/和田 龍太" userId="2d932581-5fbd-4652-aa43-e6a64ab27875" providerId="ADAL" clId="{E1F7F74F-B994-4B3B-8DE5-539606023DC8}" dt="2024-06-19T00:30:55.971" v="60" actId="478"/>
          <ac:spMkLst>
            <pc:docMk/>
            <pc:sldMk cId="1512045117" sldId="256"/>
            <ac:spMk id="5" creationId="{12D2B217-D9F8-8D6C-EB01-61A296A790E0}"/>
          </ac:spMkLst>
        </pc:spChg>
        <pc:spChg chg="add mod">
          <ac:chgData name="Wada, Ryuta/和田 龍太" userId="2d932581-5fbd-4652-aa43-e6a64ab27875" providerId="ADAL" clId="{E1F7F74F-B994-4B3B-8DE5-539606023DC8}" dt="2024-06-19T00:31:02.960" v="62" actId="571"/>
          <ac:spMkLst>
            <pc:docMk/>
            <pc:sldMk cId="1512045117" sldId="256"/>
            <ac:spMk id="6" creationId="{DB0D0C22-0EC5-E044-FE96-494EB84A60D9}"/>
          </ac:spMkLst>
        </pc:spChg>
        <pc:spChg chg="add mod ord">
          <ac:chgData name="Wada, Ryuta/和田 龍太" userId="2d932581-5fbd-4652-aa43-e6a64ab27875" providerId="ADAL" clId="{E1F7F74F-B994-4B3B-8DE5-539606023DC8}" dt="2024-06-19T00:31:43.648" v="70" actId="166"/>
          <ac:spMkLst>
            <pc:docMk/>
            <pc:sldMk cId="1512045117" sldId="256"/>
            <ac:spMk id="7" creationId="{D17C918E-C2C2-5BE4-FDFA-E689C178A3B1}"/>
          </ac:spMkLst>
        </pc:spChg>
        <pc:spChg chg="add mod ord">
          <ac:chgData name="Wada, Ryuta/和田 龍太" userId="2d932581-5fbd-4652-aa43-e6a64ab27875" providerId="ADAL" clId="{E1F7F74F-B994-4B3B-8DE5-539606023DC8}" dt="2024-06-19T00:32:40.222" v="165" actId="1076"/>
          <ac:spMkLst>
            <pc:docMk/>
            <pc:sldMk cId="1512045117" sldId="256"/>
            <ac:spMk id="8" creationId="{9F3078F1-62F5-45B3-8982-0CA7BD0E5FAD}"/>
          </ac:spMkLst>
        </pc:spChg>
        <pc:spChg chg="add mod ord">
          <ac:chgData name="Wada, Ryuta/和田 龍太" userId="2d932581-5fbd-4652-aa43-e6a64ab27875" providerId="ADAL" clId="{E1F7F74F-B994-4B3B-8DE5-539606023DC8}" dt="2024-06-19T00:31:39.526" v="69" actId="166"/>
          <ac:spMkLst>
            <pc:docMk/>
            <pc:sldMk cId="1512045117" sldId="256"/>
            <ac:spMk id="9" creationId="{570CB7F5-6B1E-D467-92B1-142DC1E1A802}"/>
          </ac:spMkLst>
        </pc:spChg>
        <pc:spChg chg="add mod">
          <ac:chgData name="Wada, Ryuta/和田 龍太" userId="2d932581-5fbd-4652-aa43-e6a64ab27875" providerId="ADAL" clId="{E1F7F74F-B994-4B3B-8DE5-539606023DC8}" dt="2024-06-19T00:32:21.061" v="164" actId="1076"/>
          <ac:spMkLst>
            <pc:docMk/>
            <pc:sldMk cId="1512045117" sldId="256"/>
            <ac:spMk id="10" creationId="{0BF2D58C-725F-AB81-496A-ECEBFC2F1089}"/>
          </ac:spMkLst>
        </pc:spChg>
      </pc:sldChg>
      <pc:sldChg chg="addSp delSp modSp mod ord">
        <pc:chgData name="Wada, Ryuta/和田 龍太" userId="2d932581-5fbd-4652-aa43-e6a64ab27875" providerId="ADAL" clId="{E1F7F74F-B994-4B3B-8DE5-539606023DC8}" dt="2024-06-19T00:41:10.233" v="679" actId="20577"/>
        <pc:sldMkLst>
          <pc:docMk/>
          <pc:sldMk cId="4213922500" sldId="258"/>
        </pc:sldMkLst>
        <pc:spChg chg="mod">
          <ac:chgData name="Wada, Ryuta/和田 龍太" userId="2d932581-5fbd-4652-aa43-e6a64ab27875" providerId="ADAL" clId="{E1F7F74F-B994-4B3B-8DE5-539606023DC8}" dt="2024-06-19T00:41:10.233" v="679" actId="20577"/>
          <ac:spMkLst>
            <pc:docMk/>
            <pc:sldMk cId="4213922500" sldId="258"/>
            <ac:spMk id="4" creationId="{00000000-0000-0000-0000-000000000000}"/>
          </ac:spMkLst>
        </pc:spChg>
        <pc:picChg chg="add del mod modCrop">
          <ac:chgData name="Wada, Ryuta/和田 龍太" userId="2d932581-5fbd-4652-aa43-e6a64ab27875" providerId="ADAL" clId="{E1F7F74F-B994-4B3B-8DE5-539606023DC8}" dt="2024-06-19T00:35:51.516" v="175" actId="21"/>
          <ac:picMkLst>
            <pc:docMk/>
            <pc:sldMk cId="4213922500" sldId="258"/>
            <ac:picMk id="2" creationId="{1E4A9D8A-894C-5AF9-4C17-2B81E03E32FD}"/>
          </ac:picMkLst>
        </pc:picChg>
      </pc:sldChg>
      <pc:sldChg chg="addSp delSp modSp new mod">
        <pc:chgData name="Wada, Ryuta/和田 龍太" userId="2d932581-5fbd-4652-aa43-e6a64ab27875" providerId="ADAL" clId="{E1F7F74F-B994-4B3B-8DE5-539606023DC8}" dt="2024-06-19T00:44:18.963" v="797" actId="13926"/>
        <pc:sldMkLst>
          <pc:docMk/>
          <pc:sldMk cId="1557408536" sldId="260"/>
        </pc:sldMkLst>
        <pc:spChg chg="del">
          <ac:chgData name="Wada, Ryuta/和田 龍太" userId="2d932581-5fbd-4652-aa43-e6a64ab27875" providerId="ADAL" clId="{E1F7F74F-B994-4B3B-8DE5-539606023DC8}" dt="2024-06-19T00:35:45.784" v="171" actId="478"/>
          <ac:spMkLst>
            <pc:docMk/>
            <pc:sldMk cId="1557408536" sldId="260"/>
            <ac:spMk id="2" creationId="{47CCE2DE-3445-36E0-21DF-660D97736863}"/>
          </ac:spMkLst>
        </pc:spChg>
        <pc:spChg chg="del">
          <ac:chgData name="Wada, Ryuta/和田 龍太" userId="2d932581-5fbd-4652-aa43-e6a64ab27875" providerId="ADAL" clId="{E1F7F74F-B994-4B3B-8DE5-539606023DC8}" dt="2024-06-19T00:35:45.784" v="171" actId="478"/>
          <ac:spMkLst>
            <pc:docMk/>
            <pc:sldMk cId="1557408536" sldId="260"/>
            <ac:spMk id="3" creationId="{5CD669CB-313E-4D34-5B6A-24E1A8196270}"/>
          </ac:spMkLst>
        </pc:spChg>
        <pc:spChg chg="add mod">
          <ac:chgData name="Wada, Ryuta/和田 龍太" userId="2d932581-5fbd-4652-aa43-e6a64ab27875" providerId="ADAL" clId="{E1F7F74F-B994-4B3B-8DE5-539606023DC8}" dt="2024-06-19T00:36:20.415" v="182"/>
          <ac:spMkLst>
            <pc:docMk/>
            <pc:sldMk cId="1557408536" sldId="260"/>
            <ac:spMk id="7" creationId="{FB24BB72-C420-C0A2-355D-85180DC95E09}"/>
          </ac:spMkLst>
        </pc:spChg>
        <pc:spChg chg="add mod">
          <ac:chgData name="Wada, Ryuta/和田 龍太" userId="2d932581-5fbd-4652-aa43-e6a64ab27875" providerId="ADAL" clId="{E1F7F74F-B994-4B3B-8DE5-539606023DC8}" dt="2024-06-19T00:44:18.963" v="797" actId="13926"/>
          <ac:spMkLst>
            <pc:docMk/>
            <pc:sldMk cId="1557408536" sldId="260"/>
            <ac:spMk id="8" creationId="{D255CC80-C637-D1DF-DF2B-EA47A2162060}"/>
          </ac:spMkLst>
        </pc:spChg>
        <pc:grpChg chg="add mod">
          <ac:chgData name="Wada, Ryuta/和田 龍太" userId="2d932581-5fbd-4652-aa43-e6a64ab27875" providerId="ADAL" clId="{E1F7F74F-B994-4B3B-8DE5-539606023DC8}" dt="2024-06-19T00:39:38.398" v="502" actId="1076"/>
          <ac:grpSpMkLst>
            <pc:docMk/>
            <pc:sldMk cId="1557408536" sldId="260"/>
            <ac:grpSpMk id="5" creationId="{991A4BBE-6076-EBD9-26F2-AAC404745838}"/>
          </ac:grpSpMkLst>
        </pc:grpChg>
        <pc:picChg chg="add mod">
          <ac:chgData name="Wada, Ryuta/和田 龍太" userId="2d932581-5fbd-4652-aa43-e6a64ab27875" providerId="ADAL" clId="{E1F7F74F-B994-4B3B-8DE5-539606023DC8}" dt="2024-06-19T00:39:36.029" v="501" actId="1036"/>
          <ac:picMkLst>
            <pc:docMk/>
            <pc:sldMk cId="1557408536" sldId="260"/>
            <ac:picMk id="4" creationId="{D61FBC8C-474C-0847-FAD8-0384327CD1E7}"/>
          </ac:picMkLst>
        </pc:picChg>
        <pc:picChg chg="add mod">
          <ac:chgData name="Wada, Ryuta/和田 龍太" userId="2d932581-5fbd-4652-aa43-e6a64ab27875" providerId="ADAL" clId="{E1F7F74F-B994-4B3B-8DE5-539606023DC8}" dt="2024-06-19T00:36:20.415" v="182"/>
          <ac:picMkLst>
            <pc:docMk/>
            <pc:sldMk cId="1557408536" sldId="260"/>
            <ac:picMk id="6" creationId="{363B3413-D0AC-B8C8-E642-8810A4DE63AD}"/>
          </ac:picMkLst>
        </pc:picChg>
      </pc:sldChg>
      <pc:sldChg chg="addSp delSp modSp new mod">
        <pc:chgData name="Wada, Ryuta/和田 龍太" userId="2d932581-5fbd-4652-aa43-e6a64ab27875" providerId="ADAL" clId="{E1F7F74F-B994-4B3B-8DE5-539606023DC8}" dt="2024-06-19T00:43:12.261" v="794" actId="1076"/>
        <pc:sldMkLst>
          <pc:docMk/>
          <pc:sldMk cId="2743060363" sldId="261"/>
        </pc:sldMkLst>
        <pc:spChg chg="del">
          <ac:chgData name="Wada, Ryuta/和田 龍太" userId="2d932581-5fbd-4652-aa43-e6a64ab27875" providerId="ADAL" clId="{E1F7F74F-B994-4B3B-8DE5-539606023DC8}" dt="2024-06-19T00:37:10.473" v="186" actId="478"/>
          <ac:spMkLst>
            <pc:docMk/>
            <pc:sldMk cId="2743060363" sldId="261"/>
            <ac:spMk id="2" creationId="{18F98C4A-68B0-8295-01F5-FADCEBF07ABC}"/>
          </ac:spMkLst>
        </pc:spChg>
        <pc:spChg chg="del">
          <ac:chgData name="Wada, Ryuta/和田 龍太" userId="2d932581-5fbd-4652-aa43-e6a64ab27875" providerId="ADAL" clId="{E1F7F74F-B994-4B3B-8DE5-539606023DC8}" dt="2024-06-19T00:37:10.473" v="186" actId="478"/>
          <ac:spMkLst>
            <pc:docMk/>
            <pc:sldMk cId="2743060363" sldId="261"/>
            <ac:spMk id="3" creationId="{96B137EB-50A5-0AE0-271C-DA7BA662F208}"/>
          </ac:spMkLst>
        </pc:spChg>
        <pc:spChg chg="add mod">
          <ac:chgData name="Wada, Ryuta/和田 龍太" userId="2d932581-5fbd-4652-aa43-e6a64ab27875" providerId="ADAL" clId="{E1F7F74F-B994-4B3B-8DE5-539606023DC8}" dt="2024-06-19T00:37:06.370" v="185"/>
          <ac:spMkLst>
            <pc:docMk/>
            <pc:sldMk cId="2743060363" sldId="261"/>
            <ac:spMk id="6" creationId="{FB52406F-CB32-4D3C-8431-7C7089739618}"/>
          </ac:spMkLst>
        </pc:spChg>
        <pc:spChg chg="add mod">
          <ac:chgData name="Wada, Ryuta/和田 龍太" userId="2d932581-5fbd-4652-aa43-e6a64ab27875" providerId="ADAL" clId="{E1F7F74F-B994-4B3B-8DE5-539606023DC8}" dt="2024-06-19T00:42:49.741" v="777" actId="207"/>
          <ac:spMkLst>
            <pc:docMk/>
            <pc:sldMk cId="2743060363" sldId="261"/>
            <ac:spMk id="8" creationId="{6C38875A-2BC5-BB0D-B7BC-32937DA83440}"/>
          </ac:spMkLst>
        </pc:spChg>
        <pc:spChg chg="add mod">
          <ac:chgData name="Wada, Ryuta/和田 龍太" userId="2d932581-5fbd-4652-aa43-e6a64ab27875" providerId="ADAL" clId="{E1F7F74F-B994-4B3B-8DE5-539606023DC8}" dt="2024-06-19T00:42:46.612" v="776" actId="207"/>
          <ac:spMkLst>
            <pc:docMk/>
            <pc:sldMk cId="2743060363" sldId="261"/>
            <ac:spMk id="9" creationId="{7544C8D9-1CD3-A0F0-7397-7D573558CB1E}"/>
          </ac:spMkLst>
        </pc:spChg>
        <pc:spChg chg="add mod">
          <ac:chgData name="Wada, Ryuta/和田 龍太" userId="2d932581-5fbd-4652-aa43-e6a64ab27875" providerId="ADAL" clId="{E1F7F74F-B994-4B3B-8DE5-539606023DC8}" dt="2024-06-19T00:42:46.612" v="776" actId="207"/>
          <ac:spMkLst>
            <pc:docMk/>
            <pc:sldMk cId="2743060363" sldId="261"/>
            <ac:spMk id="10" creationId="{542D5503-1544-75CA-8FAB-88FC41262B37}"/>
          </ac:spMkLst>
        </pc:spChg>
        <pc:spChg chg="add mod">
          <ac:chgData name="Wada, Ryuta/和田 龍太" userId="2d932581-5fbd-4652-aa43-e6a64ab27875" providerId="ADAL" clId="{E1F7F74F-B994-4B3B-8DE5-539606023DC8}" dt="2024-06-19T00:42:58.268" v="780" actId="1076"/>
          <ac:spMkLst>
            <pc:docMk/>
            <pc:sldMk cId="2743060363" sldId="261"/>
            <ac:spMk id="11" creationId="{60A85E95-2C72-C58A-6068-EDB84D7F460B}"/>
          </ac:spMkLst>
        </pc:spChg>
        <pc:spChg chg="add mod">
          <ac:chgData name="Wada, Ryuta/和田 龍太" userId="2d932581-5fbd-4652-aa43-e6a64ab27875" providerId="ADAL" clId="{E1F7F74F-B994-4B3B-8DE5-539606023DC8}" dt="2024-06-19T00:43:00.429" v="781" actId="571"/>
          <ac:spMkLst>
            <pc:docMk/>
            <pc:sldMk cId="2743060363" sldId="261"/>
            <ac:spMk id="12" creationId="{43408993-D22B-A951-9221-C0940AC72BEF}"/>
          </ac:spMkLst>
        </pc:spChg>
        <pc:spChg chg="add mod">
          <ac:chgData name="Wada, Ryuta/和田 龍太" userId="2d932581-5fbd-4652-aa43-e6a64ab27875" providerId="ADAL" clId="{E1F7F74F-B994-4B3B-8DE5-539606023DC8}" dt="2024-06-19T00:43:12.261" v="794" actId="1076"/>
          <ac:spMkLst>
            <pc:docMk/>
            <pc:sldMk cId="2743060363" sldId="261"/>
            <ac:spMk id="13" creationId="{B8D27373-F98B-74E4-9AD6-7F81533B329F}"/>
          </ac:spMkLst>
        </pc:spChg>
        <pc:grpChg chg="add del mod">
          <ac:chgData name="Wada, Ryuta/和田 龍太" userId="2d932581-5fbd-4652-aa43-e6a64ab27875" providerId="ADAL" clId="{E1F7F74F-B994-4B3B-8DE5-539606023DC8}" dt="2024-06-19T00:37:17.113" v="188" actId="478"/>
          <ac:grpSpMkLst>
            <pc:docMk/>
            <pc:sldMk cId="2743060363" sldId="261"/>
            <ac:grpSpMk id="4" creationId="{7E01790A-2827-D094-AB53-22D9C240C62F}"/>
          </ac:grpSpMkLst>
        </pc:grpChg>
        <pc:picChg chg="add mod">
          <ac:chgData name="Wada, Ryuta/和田 龍太" userId="2d932581-5fbd-4652-aa43-e6a64ab27875" providerId="ADAL" clId="{E1F7F74F-B994-4B3B-8DE5-539606023DC8}" dt="2024-06-19T00:37:06.370" v="185"/>
          <ac:picMkLst>
            <pc:docMk/>
            <pc:sldMk cId="2743060363" sldId="261"/>
            <ac:picMk id="5" creationId="{BDD68094-FE56-F670-2E2E-BD4AB478A4AA}"/>
          </ac:picMkLst>
        </pc:picChg>
        <pc:picChg chg="add mod">
          <ac:chgData name="Wada, Ryuta/和田 龍太" userId="2d932581-5fbd-4652-aa43-e6a64ab27875" providerId="ADAL" clId="{E1F7F74F-B994-4B3B-8DE5-539606023DC8}" dt="2024-06-19T00:42:40.196" v="773" actId="1076"/>
          <ac:picMkLst>
            <pc:docMk/>
            <pc:sldMk cId="2743060363" sldId="261"/>
            <ac:picMk id="7" creationId="{51681127-3AA0-F4F5-38A1-AE5ADEA4E069}"/>
          </ac:picMkLst>
        </pc:picChg>
      </pc:sldChg>
    </pc:docChg>
  </pc:docChgLst>
  <pc:docChgLst>
    <pc:chgData name="Wada, Ryuta/和田 龍太" userId="S::1469999@tmc.twfr.toyota.co.jp::2d932581-5fbd-4652-aa43-e6a64ab27875" providerId="AD" clId="Web-{726BFA6F-5451-4B86-E2B4-F650E0087B89}"/>
    <pc:docChg chg="modSld">
      <pc:chgData name="Wada, Ryuta/和田 龍太" userId="S::1469999@tmc.twfr.toyota.co.jp::2d932581-5fbd-4652-aa43-e6a64ab27875" providerId="AD" clId="Web-{726BFA6F-5451-4B86-E2B4-F650E0087B89}" dt="2023-06-19T07:44:33.420" v="55"/>
      <pc:docMkLst>
        <pc:docMk/>
      </pc:docMkLst>
      <pc:sldChg chg="modSp">
        <pc:chgData name="Wada, Ryuta/和田 龍太" userId="S::1469999@tmc.twfr.toyota.co.jp::2d932581-5fbd-4652-aa43-e6a64ab27875" providerId="AD" clId="Web-{726BFA6F-5451-4B86-E2B4-F650E0087B89}" dt="2023-06-19T07:44:33.420" v="55"/>
        <pc:sldMkLst>
          <pc:docMk/>
          <pc:sldMk cId="1199536411" sldId="257"/>
        </pc:sldMkLst>
        <pc:graphicFrameChg chg="mod modGraphic">
          <ac:chgData name="Wada, Ryuta/和田 龍太" userId="S::1469999@tmc.twfr.toyota.co.jp::2d932581-5fbd-4652-aa43-e6a64ab27875" providerId="AD" clId="Web-{726BFA6F-5451-4B86-E2B4-F650E0087B89}" dt="2023-06-19T07:44:33.420" v="55"/>
          <ac:graphicFrameMkLst>
            <pc:docMk/>
            <pc:sldMk cId="1199536411" sldId="257"/>
            <ac:graphicFrameMk id="5" creationId="{00000000-0000-0000-0000-000000000000}"/>
          </ac:graphicFrameMkLst>
        </pc:graphicFrameChg>
      </pc:sldChg>
    </pc:docChg>
  </pc:docChgLst>
  <pc:docChgLst>
    <pc:chgData name="Wada, Ryuta/和田 龍太" userId="2d932581-5fbd-4652-aa43-e6a64ab27875" providerId="ADAL" clId="{6820B7F9-E6AF-4055-ACF9-127D41EFD350}"/>
    <pc:docChg chg="delSld modSld">
      <pc:chgData name="Wada, Ryuta/和田 龍太" userId="2d932581-5fbd-4652-aa43-e6a64ab27875" providerId="ADAL" clId="{6820B7F9-E6AF-4055-ACF9-127D41EFD350}" dt="2025-06-15T22:01:54.588" v="69" actId="20577"/>
      <pc:docMkLst>
        <pc:docMk/>
      </pc:docMkLst>
      <pc:sldChg chg="del">
        <pc:chgData name="Wada, Ryuta/和田 龍太" userId="2d932581-5fbd-4652-aa43-e6a64ab27875" providerId="ADAL" clId="{6820B7F9-E6AF-4055-ACF9-127D41EFD350}" dt="2025-06-15T22:01:27.508" v="42" actId="47"/>
        <pc:sldMkLst>
          <pc:docMk/>
          <pc:sldMk cId="1348829719" sldId="259"/>
        </pc:sldMkLst>
      </pc:sldChg>
      <pc:sldChg chg="modSp mod">
        <pc:chgData name="Wada, Ryuta/和田 龍太" userId="2d932581-5fbd-4652-aa43-e6a64ab27875" providerId="ADAL" clId="{6820B7F9-E6AF-4055-ACF9-127D41EFD350}" dt="2025-06-15T22:01:54.588" v="69" actId="20577"/>
        <pc:sldMkLst>
          <pc:docMk/>
          <pc:sldMk cId="184419905" sldId="260"/>
        </pc:sldMkLst>
        <pc:spChg chg="mod">
          <ac:chgData name="Wada, Ryuta/和田 龍太" userId="2d932581-5fbd-4652-aa43-e6a64ab27875" providerId="ADAL" clId="{6820B7F9-E6AF-4055-ACF9-127D41EFD350}" dt="2025-06-15T22:01:54.588" v="69" actId="20577"/>
          <ac:spMkLst>
            <pc:docMk/>
            <pc:sldMk cId="184419905" sldId="260"/>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B3770DF7-0626-4071-B585-8AB154594AA2}" type="datetimeFigureOut">
              <a:rPr kumimoji="1" lang="ja-JP" altLang="en-US" smtClean="0"/>
              <a:t>2025/6/16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1538921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B3770DF7-0626-4071-B585-8AB154594AA2}" type="datetimeFigureOut">
              <a:rPr kumimoji="1" lang="ja-JP" altLang="en-US" smtClean="0"/>
              <a:t>2025/6/16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2837167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B3770DF7-0626-4071-B585-8AB154594AA2}" type="datetimeFigureOut">
              <a:rPr kumimoji="1" lang="ja-JP" altLang="en-US" smtClean="0"/>
              <a:t>2025/6/16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3594671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B3770DF7-0626-4071-B585-8AB154594AA2}" type="datetimeFigureOut">
              <a:rPr kumimoji="1" lang="ja-JP" altLang="en-US" smtClean="0"/>
              <a:t>2025/6/16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1652497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B3770DF7-0626-4071-B585-8AB154594AA2}" type="datetimeFigureOut">
              <a:rPr kumimoji="1" lang="ja-JP" altLang="en-US" smtClean="0"/>
              <a:t>2025/6/16</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3902157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B3770DF7-0626-4071-B585-8AB154594AA2}" type="datetimeFigureOut">
              <a:rPr kumimoji="1" lang="ja-JP" altLang="en-US" smtClean="0"/>
              <a:t>2025/6/16</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3681873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B3770DF7-0626-4071-B585-8AB154594AA2}" type="datetimeFigureOut">
              <a:rPr kumimoji="1" lang="ja-JP" altLang="en-US" smtClean="0"/>
              <a:t>2025/6/16</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1429151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B3770DF7-0626-4071-B585-8AB154594AA2}" type="datetimeFigureOut">
              <a:rPr kumimoji="1" lang="ja-JP" altLang="en-US" smtClean="0"/>
              <a:t>2025/6/16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910257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B3770DF7-0626-4071-B585-8AB154594AA2}" type="datetimeFigureOut">
              <a:rPr kumimoji="1" lang="ja-JP" altLang="en-US" smtClean="0"/>
              <a:t>2025/6/16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872859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B3770DF7-0626-4071-B585-8AB154594AA2}" type="datetimeFigureOut">
              <a:rPr kumimoji="1" lang="ja-JP" altLang="en-US" smtClean="0"/>
              <a:t>2025/6/16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3570730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B3770DF7-0626-4071-B585-8AB154594AA2}" type="datetimeFigureOut">
              <a:rPr kumimoji="1" lang="ja-JP" altLang="en-US" smtClean="0"/>
              <a:t>2025/6/16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2614147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770DF7-0626-4071-B585-8AB154594AA2}" type="datetimeFigureOut">
              <a:rPr kumimoji="1" lang="ja-JP" altLang="en-US" smtClean="0"/>
              <a:t>2025/6/16</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2230050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966122" y="0"/>
            <a:ext cx="8494633" cy="923330"/>
          </a:xfrm>
          <a:prstGeom prst="rect">
            <a:avLst/>
          </a:prstGeom>
          <a:noFill/>
        </p:spPr>
        <p:txBody>
          <a:bodyPr wrap="none" lIns="91440" tIns="45720" rIns="91440" bIns="45720">
            <a:spAutoFit/>
          </a:bodyPr>
          <a:lstStyle/>
          <a:p>
            <a:pPr algn="ctr"/>
            <a:r>
              <a:rPr lang="ja-JP" altLang="en-US" sz="5400" b="1" cap="none" spc="0" dirty="0">
                <a:ln w="22225">
                  <a:solidFill>
                    <a:schemeClr val="accent2"/>
                  </a:solidFill>
                  <a:prstDash val="solid"/>
                </a:ln>
                <a:solidFill>
                  <a:schemeClr val="accent2">
                    <a:lumMod val="40000"/>
                    <a:lumOff val="60000"/>
                  </a:schemeClr>
                </a:solidFill>
                <a:effectLst/>
              </a:rPr>
              <a:t>夏の練習は熱中症に</a:t>
            </a:r>
            <a:r>
              <a:rPr lang="ja-JP" altLang="en-US" sz="5400" b="1" dirty="0">
                <a:ln w="22225">
                  <a:solidFill>
                    <a:schemeClr val="accent2"/>
                  </a:solidFill>
                  <a:prstDash val="solid"/>
                </a:ln>
                <a:solidFill>
                  <a:schemeClr val="accent2">
                    <a:lumMod val="40000"/>
                    <a:lumOff val="60000"/>
                  </a:schemeClr>
                </a:solidFill>
              </a:rPr>
              <a:t>注意</a:t>
            </a:r>
            <a:r>
              <a:rPr lang="ja-JP" altLang="en-US" sz="5400" b="1" cap="none" spc="0" dirty="0">
                <a:ln w="22225">
                  <a:solidFill>
                    <a:schemeClr val="accent2"/>
                  </a:solidFill>
                  <a:prstDash val="solid"/>
                </a:ln>
                <a:solidFill>
                  <a:schemeClr val="accent2">
                    <a:lumMod val="40000"/>
                    <a:lumOff val="60000"/>
                  </a:schemeClr>
                </a:solidFill>
                <a:effectLst/>
              </a:rPr>
              <a:t>！</a:t>
            </a:r>
          </a:p>
        </p:txBody>
      </p:sp>
      <p:sp>
        <p:nvSpPr>
          <p:cNvPr id="5" name="テキスト ボックス 4"/>
          <p:cNvSpPr txBox="1"/>
          <p:nvPr/>
        </p:nvSpPr>
        <p:spPr>
          <a:xfrm>
            <a:off x="510931" y="923330"/>
            <a:ext cx="11216472" cy="4801314"/>
          </a:xfrm>
          <a:prstGeom prst="rect">
            <a:avLst/>
          </a:prstGeom>
          <a:noFill/>
        </p:spPr>
        <p:txBody>
          <a:bodyPr wrap="square" rtlCol="0">
            <a:spAutoFit/>
          </a:bodyPr>
          <a:lstStyle/>
          <a:p>
            <a:r>
              <a:rPr lang="ja-JP" altLang="en-US" b="1" u="sng" dirty="0"/>
              <a:t>練習前</a:t>
            </a:r>
            <a:endParaRPr lang="en-US" altLang="ja-JP" b="1" u="sng" dirty="0"/>
          </a:p>
          <a:p>
            <a:r>
              <a:rPr lang="ja-JP" altLang="en-US" dirty="0"/>
              <a:t>■ドリンク準備が十分な事を確認する（塩分糖分も必要）←特に個人練習の時</a:t>
            </a:r>
            <a:endParaRPr lang="en-US" altLang="ja-JP" dirty="0"/>
          </a:p>
          <a:p>
            <a:r>
              <a:rPr lang="ja-JP" altLang="en-US" dirty="0"/>
              <a:t>■体調悪い／疲労度高い／</a:t>
            </a:r>
            <a:r>
              <a:rPr lang="en-US" altLang="ja-JP" dirty="0"/>
              <a:t>2</a:t>
            </a:r>
            <a:r>
              <a:rPr lang="ja-JP" altLang="en-US" dirty="0"/>
              <a:t>日酔い／炎天下に長時間いた場合、無理に練習するのはやめておきましょう</a:t>
            </a:r>
            <a:endParaRPr lang="en-US" altLang="ja-JP" dirty="0"/>
          </a:p>
          <a:p>
            <a:r>
              <a:rPr lang="ja-JP" altLang="en-US" dirty="0"/>
              <a:t>■淡い色系長袖、日焼け止め、帽子等で肌を守る（焼けた肌は発汗減少し体温調節機能低下）</a:t>
            </a:r>
            <a:endParaRPr lang="en-US" altLang="ja-JP" dirty="0"/>
          </a:p>
          <a:p>
            <a:endParaRPr lang="en-US" altLang="ja-JP" dirty="0"/>
          </a:p>
          <a:p>
            <a:r>
              <a:rPr lang="ja-JP" altLang="en-US" b="1" u="sng" dirty="0"/>
              <a:t>練習中</a:t>
            </a:r>
            <a:endParaRPr lang="en-US" altLang="ja-JP" b="1" u="sng" dirty="0"/>
          </a:p>
          <a:p>
            <a:r>
              <a:rPr lang="ja-JP" altLang="en-US" dirty="0"/>
              <a:t>■余裕をもったペースで絶対に無理しない。（特に運動慣れていない人、涼しい室内にいる事が多い人）</a:t>
            </a:r>
            <a:endParaRPr lang="en-US" altLang="ja-JP" dirty="0"/>
          </a:p>
          <a:p>
            <a:r>
              <a:rPr lang="ja-JP" altLang="en-US" dirty="0"/>
              <a:t>■距離も冬に走れた</a:t>
            </a:r>
            <a:r>
              <a:rPr lang="en-US" altLang="ja-JP" dirty="0"/>
              <a:t>MAX</a:t>
            </a:r>
            <a:r>
              <a:rPr lang="ja-JP" altLang="en-US" dirty="0"/>
              <a:t>距離の半分以下で</a:t>
            </a:r>
            <a:endParaRPr lang="en-US" altLang="ja-JP" dirty="0"/>
          </a:p>
          <a:p>
            <a:r>
              <a:rPr lang="ja-JP" altLang="en-US" dirty="0"/>
              <a:t>■水分はこまめに補給、塩分も必要。</a:t>
            </a:r>
            <a:r>
              <a:rPr kumimoji="1" lang="ja-JP" altLang="en-US" dirty="0"/>
              <a:t>（のど渇く前にちょっとずつ補給）</a:t>
            </a:r>
            <a:endParaRPr kumimoji="1" lang="en-US" altLang="ja-JP" dirty="0"/>
          </a:p>
          <a:p>
            <a:r>
              <a:rPr lang="ja-JP" altLang="en-US" dirty="0"/>
              <a:t>■異変に敏感に</a:t>
            </a:r>
            <a:r>
              <a:rPr kumimoji="1" lang="ja-JP" altLang="en-US" dirty="0"/>
              <a:t>（めまい、ほてり、だるさ、吐き気、急な筋肉痛、尿の色が濃い等）</a:t>
            </a:r>
            <a:endParaRPr kumimoji="1" lang="en-US" altLang="ja-JP" dirty="0"/>
          </a:p>
          <a:p>
            <a:r>
              <a:rPr lang="ja-JP" altLang="en-US" dirty="0"/>
              <a:t>■集合練習時はまわりでふらついている選手がいたらすぐ声掛けやめさせる</a:t>
            </a:r>
            <a:endParaRPr lang="en-US" altLang="ja-JP" dirty="0"/>
          </a:p>
          <a:p>
            <a:endParaRPr lang="en-US" altLang="ja-JP" dirty="0"/>
          </a:p>
          <a:p>
            <a:r>
              <a:rPr lang="ja-JP" altLang="en-US" b="1" u="sng" dirty="0">
                <a:solidFill>
                  <a:srgbClr val="FF0000"/>
                </a:solidFill>
              </a:rPr>
              <a:t>熱中症の疑いがあったら！</a:t>
            </a:r>
            <a:endParaRPr lang="en-US" altLang="ja-JP" b="1" u="sng" dirty="0">
              <a:solidFill>
                <a:srgbClr val="FF0000"/>
              </a:solidFill>
            </a:endParaRPr>
          </a:p>
          <a:p>
            <a:r>
              <a:rPr kumimoji="1" lang="ja-JP" altLang="en-US" b="1" dirty="0">
                <a:solidFill>
                  <a:srgbClr val="FF0000"/>
                </a:solidFill>
              </a:rPr>
              <a:t>意識あり　⇒日陰／エアコン効いた室内へ移動して休む、水分と塩分を補給、脇</a:t>
            </a:r>
            <a:r>
              <a:rPr kumimoji="1" lang="en-US" altLang="ja-JP" b="1" dirty="0">
                <a:solidFill>
                  <a:srgbClr val="FF0000"/>
                </a:solidFill>
              </a:rPr>
              <a:t>/</a:t>
            </a:r>
            <a:r>
              <a:rPr kumimoji="1" lang="ja-JP" altLang="en-US" b="1" dirty="0">
                <a:solidFill>
                  <a:srgbClr val="FF0000"/>
                </a:solidFill>
              </a:rPr>
              <a:t>首筋</a:t>
            </a:r>
            <a:r>
              <a:rPr kumimoji="1" lang="en-US" altLang="ja-JP" b="1" dirty="0">
                <a:solidFill>
                  <a:srgbClr val="FF0000"/>
                </a:solidFill>
              </a:rPr>
              <a:t>/</a:t>
            </a:r>
            <a:r>
              <a:rPr kumimoji="1" lang="ja-JP" altLang="en-US" b="1" dirty="0">
                <a:solidFill>
                  <a:srgbClr val="FF0000"/>
                </a:solidFill>
              </a:rPr>
              <a:t>鼠径部等を冷やす</a:t>
            </a:r>
            <a:endParaRPr kumimoji="1" lang="en-US" altLang="ja-JP" b="1" dirty="0">
              <a:solidFill>
                <a:srgbClr val="FF0000"/>
              </a:solidFill>
            </a:endParaRPr>
          </a:p>
          <a:p>
            <a:r>
              <a:rPr lang="ja-JP" altLang="en-US" b="1" dirty="0">
                <a:solidFill>
                  <a:srgbClr val="FF0000"/>
                </a:solidFill>
              </a:rPr>
              <a:t>意識なし　⇒周囲が救急車呼ぶ、日陰にうつし、衣服緩め、脇</a:t>
            </a:r>
            <a:r>
              <a:rPr lang="en-US" altLang="ja-JP" b="1" dirty="0">
                <a:solidFill>
                  <a:srgbClr val="FF0000"/>
                </a:solidFill>
              </a:rPr>
              <a:t>/</a:t>
            </a:r>
            <a:r>
              <a:rPr lang="ja-JP" altLang="en-US" b="1" dirty="0">
                <a:solidFill>
                  <a:srgbClr val="FF0000"/>
                </a:solidFill>
              </a:rPr>
              <a:t>首筋</a:t>
            </a:r>
            <a:r>
              <a:rPr lang="en-US" altLang="ja-JP" b="1" dirty="0">
                <a:solidFill>
                  <a:srgbClr val="FF0000"/>
                </a:solidFill>
              </a:rPr>
              <a:t>/</a:t>
            </a:r>
            <a:r>
              <a:rPr lang="ja-JP" altLang="en-US" b="1" dirty="0">
                <a:solidFill>
                  <a:srgbClr val="FF0000"/>
                </a:solidFill>
              </a:rPr>
              <a:t>鼠径部中心に水かける等冷やす</a:t>
            </a:r>
            <a:endParaRPr kumimoji="1" lang="en-US" altLang="ja-JP" b="1" dirty="0">
              <a:solidFill>
                <a:srgbClr val="FF0000"/>
              </a:solidFill>
            </a:endParaRPr>
          </a:p>
          <a:p>
            <a:r>
              <a:rPr lang="ja-JP" altLang="en-US" b="1" dirty="0">
                <a:solidFill>
                  <a:schemeClr val="accent2"/>
                </a:solidFill>
              </a:rPr>
              <a:t>　　　　　　</a:t>
            </a:r>
            <a:r>
              <a:rPr lang="en-US" altLang="ja-JP" b="1" dirty="0">
                <a:solidFill>
                  <a:schemeClr val="accent2"/>
                </a:solidFill>
              </a:rPr>
              <a:t>×</a:t>
            </a:r>
            <a:r>
              <a:rPr lang="ja-JP" altLang="en-US" b="1" dirty="0">
                <a:solidFill>
                  <a:schemeClr val="accent2"/>
                </a:solidFill>
              </a:rPr>
              <a:t>水分のみ補給（塩分無いと痙攣等で悪化）</a:t>
            </a:r>
            <a:endParaRPr lang="en-US" altLang="ja-JP" b="1" dirty="0">
              <a:solidFill>
                <a:schemeClr val="accent2"/>
              </a:solidFill>
            </a:endParaRPr>
          </a:p>
          <a:p>
            <a:r>
              <a:rPr lang="ja-JP" altLang="en-US" b="1" dirty="0">
                <a:solidFill>
                  <a:schemeClr val="accent2"/>
                </a:solidFill>
              </a:rPr>
              <a:t>　　　　　　</a:t>
            </a:r>
            <a:r>
              <a:rPr lang="en-US" altLang="ja-JP" b="1" dirty="0">
                <a:solidFill>
                  <a:schemeClr val="accent2"/>
                </a:solidFill>
              </a:rPr>
              <a:t>×</a:t>
            </a:r>
            <a:r>
              <a:rPr lang="ja-JP" altLang="en-US" b="1" dirty="0">
                <a:solidFill>
                  <a:schemeClr val="accent2"/>
                </a:solidFill>
              </a:rPr>
              <a:t>首の裏やおでこ冷やす（脳が冷えたと勘違い体温調節しなくなる）</a:t>
            </a:r>
            <a:endParaRPr kumimoji="1" lang="en-US" altLang="ja-JP" b="1" dirty="0">
              <a:solidFill>
                <a:schemeClr val="accent2"/>
              </a:solidFill>
            </a:endParaRPr>
          </a:p>
        </p:txBody>
      </p:sp>
    </p:spTree>
    <p:extLst>
      <p:ext uri="{BB962C8B-B14F-4D97-AF65-F5344CB8AC3E}">
        <p14:creationId xmlns:p14="http://schemas.microsoft.com/office/powerpoint/2010/main" val="18441990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DA43775712445F4F82775BB460FB3292" ma:contentTypeVersion="19" ma:contentTypeDescription="新しいドキュメントを作成します。" ma:contentTypeScope="" ma:versionID="8d10c720a3e03dbd7bb35ee0baff95e6">
  <xsd:schema xmlns:xsd="http://www.w3.org/2001/XMLSchema" xmlns:xs="http://www.w3.org/2001/XMLSchema" xmlns:p="http://schemas.microsoft.com/office/2006/metadata/properties" xmlns:ns2="6e9d908a-9f95-4997-80f1-3523e6bc2e19" xmlns:ns3="25ec1c44-e65e-43e7-94fb-6edd69e0929a" targetNamespace="http://schemas.microsoft.com/office/2006/metadata/properties" ma:root="true" ma:fieldsID="7cb029bf37db8016b663d8e311a8046b" ns2:_="" ns3:_="">
    <xsd:import namespace="6e9d908a-9f95-4997-80f1-3523e6bc2e19"/>
    <xsd:import namespace="25ec1c44-e65e-43e7-94fb-6edd69e0929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DateTaken" minOccurs="0"/>
                <xsd:element ref="ns2:MediaServiceOCR"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d908a-9f95-4997-80f1-3523e6bc2e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画像タグ" ma:readOnly="false" ma:fieldId="{5cf76f15-5ced-4ddc-b409-7134ff3c332f}" ma:taxonomyMulti="true" ma:sspId="401df557-eeb5-435c-8d7c-77a7fa12a987"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ec1c44-e65e-43e7-94fb-6edd69e0929a" elementFormDefault="qualified">
    <xsd:import namespace="http://schemas.microsoft.com/office/2006/documentManagement/types"/>
    <xsd:import namespace="http://schemas.microsoft.com/office/infopath/2007/PartnerControls"/>
    <xsd:element name="SharedWithUsers" ma:index="13"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共有相手の詳細情報" ma:internalName="SharedWithDetails" ma:readOnly="true">
      <xsd:simpleType>
        <xsd:restriction base="dms:Note">
          <xsd:maxLength value="255"/>
        </xsd:restriction>
      </xsd:simpleType>
    </xsd:element>
    <xsd:element name="TaxCatchAll" ma:index="22" nillable="true" ma:displayName="Taxonomy Catch All Column" ma:hidden="true" ma:list="{07a44d82-081a-4791-bff5-ed16b6724170}" ma:internalName="TaxCatchAll" ma:showField="CatchAllData" ma:web="25ec1c44-e65e-43e7-94fb-6edd69e092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e9d908a-9f95-4997-80f1-3523e6bc2e19">
      <Terms xmlns="http://schemas.microsoft.com/office/infopath/2007/PartnerControls"/>
    </lcf76f155ced4ddcb4097134ff3c332f>
    <TaxCatchAll xmlns="25ec1c44-e65e-43e7-94fb-6edd69e0929a" xsi:nil="true"/>
  </documentManagement>
</p:properties>
</file>

<file path=customXml/itemProps1.xml><?xml version="1.0" encoding="utf-8"?>
<ds:datastoreItem xmlns:ds="http://schemas.openxmlformats.org/officeDocument/2006/customXml" ds:itemID="{F93D1D88-E92F-4FD0-BC0C-C90CD9B687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9d908a-9f95-4997-80f1-3523e6bc2e19"/>
    <ds:schemaRef ds:uri="25ec1c44-e65e-43e7-94fb-6edd69e092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AF8AC90-A6E4-41B2-AAC2-723486FB8226}">
  <ds:schemaRefs>
    <ds:schemaRef ds:uri="http://schemas.microsoft.com/sharepoint/v3/contenttype/forms"/>
  </ds:schemaRefs>
</ds:datastoreItem>
</file>

<file path=customXml/itemProps3.xml><?xml version="1.0" encoding="utf-8"?>
<ds:datastoreItem xmlns:ds="http://schemas.openxmlformats.org/officeDocument/2006/customXml" ds:itemID="{D21E9A7D-3E9F-472C-A5F8-5FCAB575E238}">
  <ds:schemaRefs>
    <ds:schemaRef ds:uri="http://purl.org/dc/dcmitype/"/>
    <ds:schemaRef ds:uri="http://purl.org/dc/elements/1.1/"/>
    <ds:schemaRef ds:uri="http://www.w3.org/XML/1998/namespace"/>
    <ds:schemaRef ds:uri="http://schemas.microsoft.com/office/2006/documentManagement/types"/>
    <ds:schemaRef ds:uri="http://purl.org/dc/terms/"/>
    <ds:schemaRef ds:uri="6e9d908a-9f95-4997-80f1-3523e6bc2e19"/>
    <ds:schemaRef ds:uri="http://schemas.microsoft.com/office/infopath/2007/PartnerControls"/>
    <ds:schemaRef ds:uri="http://schemas.openxmlformats.org/package/2006/metadata/core-properties"/>
    <ds:schemaRef ds:uri="25ec1c44-e65e-43e7-94fb-6edd69e0929a"/>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105</TotalTime>
  <Words>275</Words>
  <Application>Microsoft Office PowerPoint</Application>
  <PresentationFormat>ワイド画面</PresentationFormat>
  <Paragraphs>18</Paragraphs>
  <Slides>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游ゴシック</vt:lpstr>
      <vt:lpstr>游ゴシック Light</vt:lpstr>
      <vt:lpstr>Arial</vt:lpstr>
      <vt:lpstr>Office テーマ</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Wada, Ryuta/和田 龍太</dc:creator>
  <cp:lastModifiedBy>Wada, Ryuta/和田 龍太</cp:lastModifiedBy>
  <cp:revision>26</cp:revision>
  <dcterms:created xsi:type="dcterms:W3CDTF">2022-07-06T23:10:27Z</dcterms:created>
  <dcterms:modified xsi:type="dcterms:W3CDTF">2025-06-15T22:02:03Z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0x010100DA43775712445F4F82775BB460FB3292</vt:lpwstr>
  </property>
  <property fmtid="{D5CDD505-2E9C-101B-9397-08002B2CF9AE}" pid="3" name="Order">
    <vt:r8>630400</vt:r8>
  </property>
  <property fmtid="{D5CDD505-2E9C-101B-9397-08002B2CF9AE}" pid="4" name="MediaServiceImageTags">
    <vt:lpwstr/>
  </property>
</Properties>
</file>