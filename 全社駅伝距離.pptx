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C9C74F-7E14-E5C8-8277-DD55203D1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E4AE107-1AD3-E74E-47DB-975E32E57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CC5D9D-73A4-E927-4DF0-32617E4BF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807E-EAB0-4EB1-B254-492043EDEB6E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CDCE1E-C863-230B-4E77-6A026955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0E3AA6-49EF-4AA1-AA7C-A32C4E3C1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FC473-A88C-4D6E-8D3E-10CADB5C83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5282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825722-CC35-52D7-A93E-73311A51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08884B-D0C4-2E64-20EC-43468A341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A1F006-535B-DC3C-133E-9BAC883F5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807E-EAB0-4EB1-B254-492043EDEB6E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F8D159-B9AD-18F4-0055-486F070B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F56B5B-8292-4270-21C7-E01AC73A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FC473-A88C-4D6E-8D3E-10CADB5C83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2192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E5D637-CD88-19CC-9461-004CFF42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F0739A-6B76-0DB3-D208-CF9AE88A2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2B8380-E2B1-2D23-F097-AADE5843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807E-EAB0-4EB1-B254-492043EDEB6E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F64D25-EAE9-4821-9AF0-91056AAC7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00FE5B-C127-40F9-8D19-0CB9484B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FC473-A88C-4D6E-8D3E-10CADB5C83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2597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ADC05-77B4-62CC-04AD-89396CDE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A8DAE8-0D05-EB5C-6A0A-B12458BB1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C9D0A1-0D18-8A24-46DD-337B1AE54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42124F-F635-BAD6-AB11-A0763F619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807E-EAB0-4EB1-B254-492043EDEB6E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D525D4-635E-EDB4-A11E-5EA346052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CDDD51-2A0D-A366-2ACD-ED84FF36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FC473-A88C-4D6E-8D3E-10CADB5C83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6271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684694-90C5-B19B-D921-EE14F710F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AD1164-7BF9-53EC-18DC-3D4273BF0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0F0BB9-03F3-3457-704D-D1A6FF5F4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D90C61E-1997-7FB8-E351-14DAE21D99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BB98FD0-FF22-CCC3-280F-8E23DD156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2C3C718-D6E2-9F8D-6E84-695F0FE06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807E-EAB0-4EB1-B254-492043EDEB6E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1AA47B8-BDFE-770F-53DC-F275F7DE2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FF95307-AB3C-7EDA-E9AF-F2685E376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FC473-A88C-4D6E-8D3E-10CADB5C83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9084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4B6462-6CAF-DB3B-1935-651ADED6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5806956-3EB1-BE58-0CFE-3BDAD9FD6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807E-EAB0-4EB1-B254-492043EDEB6E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E66FC6-A3FA-5CE9-D38C-0C977CA55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0CC21B0-CB9F-1B54-71E7-5EB4C22C2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FC473-A88C-4D6E-8D3E-10CADB5C83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4568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D997E99-0117-41CE-374F-D88391527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807E-EAB0-4EB1-B254-492043EDEB6E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F2102A3-6E3E-3F20-91B0-EC7FB8B00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44B39E-F9FD-A54E-2574-C70017F4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FC473-A88C-4D6E-8D3E-10CADB5C83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8895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B6ABD4-8DB9-AE55-0A6B-8800DD46F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BA3E55-3D5D-89C5-795E-E4F81BE95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782F06-31A5-2475-367F-39FBEAA7D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057AA6-D5AC-1433-AC2A-8DC03C9DF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807E-EAB0-4EB1-B254-492043EDEB6E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00B3DE-ED11-DE5E-3D7E-5302EB655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7666CB-B9C9-3B1E-3EBB-0C79648E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FC473-A88C-4D6E-8D3E-10CADB5C83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800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1FF5AD-E060-F289-6801-81BFFDB58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E29262E-F039-D016-4903-C55F6A4B8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D7B18C-C230-221F-453F-4F631088F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5A236F-7999-7A3F-E318-8AB2EEBA9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807E-EAB0-4EB1-B254-492043EDEB6E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FFFDAF-070B-B31E-8991-6C5593BFA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00B900-4DB6-E56D-CC08-F228CBA4D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FC473-A88C-4D6E-8D3E-10CADB5C83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2804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536CDB-9324-CE6D-8AA4-FBEEE651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F67B164-AEB0-DEBC-35D8-B33859422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A23E24-0E65-77B7-1ACC-B2286E700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807E-EAB0-4EB1-B254-492043EDEB6E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1C9FFD-9A1B-B228-8B2D-B74AF249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1498BF-721B-0CD6-E71A-437A49B8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FC473-A88C-4D6E-8D3E-10CADB5C83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5EB68A4-389C-50C8-E557-9F36A0C9A0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5D4C4-851B-2E54-4408-B46CC0E11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8FE71F-FC32-58AA-C42C-503AAE337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807E-EAB0-4EB1-B254-492043EDEB6E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0EFBA2-55F4-D5AC-8F3F-99E624B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9CAF86-64EF-5CC1-1F88-9A9AA48C7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FC473-A88C-4D6E-8D3E-10CADB5C83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985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27A8647-0ABD-E5D3-B76E-6DD7733A7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E1A65A-3A89-BDCE-E79A-A90725888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1DF8AA-1795-CEAF-EBAF-D5ECA0A716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2807E-EAB0-4EB1-B254-492043EDEB6E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C2539B-62BF-0A6A-282F-A3F36FD0B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CA2E31-4BE2-84CE-EE00-6D0CD8896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FC473-A88C-4D6E-8D3E-10CADB5C83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423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0589D24-3F9D-874B-F796-4323F9C62626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1019"/>
          <a:stretch/>
        </p:blipFill>
        <p:spPr>
          <a:xfrm>
            <a:off x="4139292" y="0"/>
            <a:ext cx="7932965" cy="6858000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5343DCB-28BE-0AF8-4A74-B4B75AF845C7}"/>
              </a:ext>
            </a:extLst>
          </p:cNvPr>
          <p:cNvCxnSpPr/>
          <p:nvPr/>
        </p:nvCxnSpPr>
        <p:spPr>
          <a:xfrm flipV="1">
            <a:off x="6449787" y="3282043"/>
            <a:ext cx="114300" cy="146957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E1C14B2-D97F-D5B5-DEB9-AEFC6D09B363}"/>
              </a:ext>
            </a:extLst>
          </p:cNvPr>
          <p:cNvCxnSpPr/>
          <p:nvPr/>
        </p:nvCxnSpPr>
        <p:spPr>
          <a:xfrm flipV="1">
            <a:off x="6229351" y="3077936"/>
            <a:ext cx="114300" cy="146957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9C7F6B3-7912-D75F-2C82-B0A754269FC8}"/>
              </a:ext>
            </a:extLst>
          </p:cNvPr>
          <p:cNvCxnSpPr>
            <a:cxnSpLocks/>
          </p:cNvCxnSpPr>
          <p:nvPr/>
        </p:nvCxnSpPr>
        <p:spPr>
          <a:xfrm flipV="1">
            <a:off x="5576209" y="3535136"/>
            <a:ext cx="0" cy="146957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A5A3317-337E-65C0-4E87-4FDBFA3C80D9}"/>
              </a:ext>
            </a:extLst>
          </p:cNvPr>
          <p:cNvCxnSpPr>
            <a:cxnSpLocks/>
          </p:cNvCxnSpPr>
          <p:nvPr/>
        </p:nvCxnSpPr>
        <p:spPr>
          <a:xfrm flipV="1">
            <a:off x="5306788" y="3502478"/>
            <a:ext cx="81641" cy="7347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4E1F138-AB18-BAB5-DF05-A4A9D8540D8E}"/>
              </a:ext>
            </a:extLst>
          </p:cNvPr>
          <p:cNvCxnSpPr>
            <a:cxnSpLocks/>
          </p:cNvCxnSpPr>
          <p:nvPr/>
        </p:nvCxnSpPr>
        <p:spPr>
          <a:xfrm>
            <a:off x="10115551" y="2151290"/>
            <a:ext cx="114300" cy="15512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72060D8-833F-B754-78C8-793694E0F593}"/>
              </a:ext>
            </a:extLst>
          </p:cNvPr>
          <p:cNvCxnSpPr>
            <a:cxnSpLocks/>
          </p:cNvCxnSpPr>
          <p:nvPr/>
        </p:nvCxnSpPr>
        <p:spPr>
          <a:xfrm>
            <a:off x="9364437" y="2310493"/>
            <a:ext cx="114300" cy="15512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37A6E61-267A-A8B9-1652-EC579B5408EB}"/>
              </a:ext>
            </a:extLst>
          </p:cNvPr>
          <p:cNvSpPr txBox="1"/>
          <p:nvPr/>
        </p:nvSpPr>
        <p:spPr>
          <a:xfrm>
            <a:off x="6531429" y="3077936"/>
            <a:ext cx="359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FFFF00"/>
                </a:solidFill>
              </a:rPr>
              <a:t>D</a:t>
            </a:r>
            <a:endParaRPr kumimoji="1" lang="ja-JP" altLang="en-US" sz="1200" b="1" dirty="0">
              <a:solidFill>
                <a:srgbClr val="FFFF00"/>
              </a:solidFill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1B7013F-1531-D54B-5910-4472E29037C4}"/>
              </a:ext>
            </a:extLst>
          </p:cNvPr>
          <p:cNvCxnSpPr>
            <a:cxnSpLocks/>
          </p:cNvCxnSpPr>
          <p:nvPr/>
        </p:nvCxnSpPr>
        <p:spPr>
          <a:xfrm>
            <a:off x="6833507" y="4139293"/>
            <a:ext cx="114300" cy="130628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89C61E7-8A6F-4FC9-167B-7463EC0E5E2E}"/>
              </a:ext>
            </a:extLst>
          </p:cNvPr>
          <p:cNvSpPr txBox="1"/>
          <p:nvPr/>
        </p:nvSpPr>
        <p:spPr>
          <a:xfrm>
            <a:off x="6257926" y="2865371"/>
            <a:ext cx="359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FFFF00"/>
                </a:solidFill>
              </a:rPr>
              <a:t>E</a:t>
            </a:r>
            <a:endParaRPr kumimoji="1" lang="ja-JP" altLang="en-US" sz="1200" b="1" dirty="0">
              <a:solidFill>
                <a:srgbClr val="FFFF00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4C317E7-BF8C-E10F-2E58-3670AC9540A3}"/>
              </a:ext>
            </a:extLst>
          </p:cNvPr>
          <p:cNvSpPr txBox="1"/>
          <p:nvPr/>
        </p:nvSpPr>
        <p:spPr>
          <a:xfrm>
            <a:off x="5396595" y="3796100"/>
            <a:ext cx="359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FFFF00"/>
                </a:solidFill>
              </a:rPr>
              <a:t>B</a:t>
            </a:r>
            <a:endParaRPr kumimoji="1" lang="ja-JP" altLang="en-US" sz="1200" b="1" dirty="0">
              <a:solidFill>
                <a:srgbClr val="FFFF00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9407758-D425-47EC-B884-9298FE08A3B2}"/>
              </a:ext>
            </a:extLst>
          </p:cNvPr>
          <p:cNvSpPr txBox="1"/>
          <p:nvPr/>
        </p:nvSpPr>
        <p:spPr>
          <a:xfrm>
            <a:off x="5037367" y="3600597"/>
            <a:ext cx="359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FFFF00"/>
                </a:solidFill>
              </a:rPr>
              <a:t>A</a:t>
            </a:r>
            <a:endParaRPr kumimoji="1" lang="ja-JP" altLang="en-US" sz="1200" b="1" dirty="0">
              <a:solidFill>
                <a:srgbClr val="FFFF00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6B9ACE7-964D-E6DA-4441-C996EFEC07CC}"/>
              </a:ext>
            </a:extLst>
          </p:cNvPr>
          <p:cNvSpPr txBox="1"/>
          <p:nvPr/>
        </p:nvSpPr>
        <p:spPr>
          <a:xfrm>
            <a:off x="6890657" y="4269921"/>
            <a:ext cx="359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FFFF00"/>
                </a:solidFill>
              </a:rPr>
              <a:t>C</a:t>
            </a:r>
            <a:endParaRPr kumimoji="1" lang="ja-JP" altLang="en-US" sz="1200" b="1" dirty="0">
              <a:solidFill>
                <a:srgbClr val="FFFF00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6F71AED-E726-7CF4-542F-5B450BAC816C}"/>
              </a:ext>
            </a:extLst>
          </p:cNvPr>
          <p:cNvSpPr txBox="1"/>
          <p:nvPr/>
        </p:nvSpPr>
        <p:spPr>
          <a:xfrm>
            <a:off x="10123715" y="2306411"/>
            <a:ext cx="35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solidFill>
                  <a:srgbClr val="FFFF00"/>
                </a:solidFill>
              </a:rPr>
              <a:t>発見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99D23E2-5175-659D-4940-FECA729CDED8}"/>
              </a:ext>
            </a:extLst>
          </p:cNvPr>
          <p:cNvSpPr txBox="1"/>
          <p:nvPr/>
        </p:nvSpPr>
        <p:spPr>
          <a:xfrm>
            <a:off x="9358994" y="2465997"/>
            <a:ext cx="35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solidFill>
                  <a:srgbClr val="FFFF00"/>
                </a:solidFill>
              </a:rPr>
              <a:t>沿道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DBBBC45-7EB3-FDA1-B7B9-E3F6DF886A30}"/>
              </a:ext>
            </a:extLst>
          </p:cNvPr>
          <p:cNvSpPr txBox="1"/>
          <p:nvPr/>
        </p:nvSpPr>
        <p:spPr>
          <a:xfrm>
            <a:off x="8311244" y="4392387"/>
            <a:ext cx="33636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FF00"/>
                </a:solidFill>
              </a:rPr>
              <a:t>E:</a:t>
            </a:r>
            <a:r>
              <a:rPr kumimoji="1" lang="ja-JP" altLang="en-US" dirty="0">
                <a:solidFill>
                  <a:srgbClr val="FFFF00"/>
                </a:solidFill>
              </a:rPr>
              <a:t>アンカーゴール</a:t>
            </a:r>
            <a:endParaRPr kumimoji="1" lang="en-US" altLang="ja-JP" dirty="0">
              <a:solidFill>
                <a:srgbClr val="FFFF00"/>
              </a:solidFill>
            </a:endParaRPr>
          </a:p>
          <a:p>
            <a:r>
              <a:rPr lang="en-US" altLang="ja-JP" dirty="0">
                <a:solidFill>
                  <a:srgbClr val="FFFF00"/>
                </a:solidFill>
              </a:rPr>
              <a:t>F:</a:t>
            </a:r>
            <a:r>
              <a:rPr lang="ja-JP" altLang="en-US" dirty="0">
                <a:solidFill>
                  <a:srgbClr val="FFFF00"/>
                </a:solidFill>
              </a:rPr>
              <a:t>１区スタート</a:t>
            </a:r>
            <a:endParaRPr lang="en-US" altLang="ja-JP" dirty="0">
              <a:solidFill>
                <a:srgbClr val="FFFF00"/>
              </a:solidFill>
            </a:endParaRPr>
          </a:p>
          <a:p>
            <a:r>
              <a:rPr lang="en-US" altLang="ja-JP" dirty="0">
                <a:solidFill>
                  <a:srgbClr val="FFFF00"/>
                </a:solidFill>
              </a:rPr>
              <a:t>D:</a:t>
            </a:r>
            <a:r>
              <a:rPr lang="ja-JP" altLang="en-US" dirty="0">
                <a:solidFill>
                  <a:srgbClr val="FFFF00"/>
                </a:solidFill>
              </a:rPr>
              <a:t>ロング女性シニアスタート</a:t>
            </a:r>
            <a:endParaRPr lang="en-US" altLang="ja-JP" dirty="0">
              <a:solidFill>
                <a:srgbClr val="FFFF00"/>
              </a:solidFill>
            </a:endParaRPr>
          </a:p>
          <a:p>
            <a:r>
              <a:rPr kumimoji="1" lang="en-US" altLang="ja-JP" dirty="0">
                <a:solidFill>
                  <a:srgbClr val="FFFF00"/>
                </a:solidFill>
              </a:rPr>
              <a:t>B:</a:t>
            </a:r>
            <a:r>
              <a:rPr kumimoji="1" lang="ja-JP" altLang="en-US" dirty="0">
                <a:solidFill>
                  <a:srgbClr val="FFFF00"/>
                </a:solidFill>
              </a:rPr>
              <a:t>ゲート</a:t>
            </a:r>
            <a:endParaRPr kumimoji="1" lang="en-US" altLang="ja-JP" dirty="0">
              <a:solidFill>
                <a:srgbClr val="FFFF00"/>
              </a:solidFill>
            </a:endParaRPr>
          </a:p>
          <a:p>
            <a:r>
              <a:rPr lang="en-US" altLang="ja-JP" dirty="0">
                <a:solidFill>
                  <a:srgbClr val="FFFF00"/>
                </a:solidFill>
              </a:rPr>
              <a:t>A:</a:t>
            </a:r>
            <a:r>
              <a:rPr lang="ja-JP" altLang="en-US" dirty="0">
                <a:solidFill>
                  <a:srgbClr val="FFFF00"/>
                </a:solidFill>
              </a:rPr>
              <a:t>外周入口</a:t>
            </a:r>
            <a:endParaRPr lang="en-US" altLang="ja-JP" dirty="0">
              <a:solidFill>
                <a:srgbClr val="FFFF00"/>
              </a:solidFill>
            </a:endParaRPr>
          </a:p>
          <a:p>
            <a:r>
              <a:rPr kumimoji="1" lang="ja-JP" altLang="en-US" dirty="0">
                <a:solidFill>
                  <a:srgbClr val="FFFF00"/>
                </a:solidFill>
              </a:rPr>
              <a:t>発見：発見隊場所</a:t>
            </a:r>
            <a:endParaRPr kumimoji="1" lang="en-US" altLang="ja-JP" dirty="0">
              <a:solidFill>
                <a:srgbClr val="FFFF00"/>
              </a:solidFill>
            </a:endParaRPr>
          </a:p>
          <a:p>
            <a:r>
              <a:rPr lang="ja-JP" altLang="en-US" dirty="0">
                <a:solidFill>
                  <a:srgbClr val="FFFF00"/>
                </a:solidFill>
              </a:rPr>
              <a:t>沿道：沿道応援場所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D396532-BE26-8A8B-6551-20B26B4B4B28}"/>
              </a:ext>
            </a:extLst>
          </p:cNvPr>
          <p:cNvSpPr txBox="1"/>
          <p:nvPr/>
        </p:nvSpPr>
        <p:spPr>
          <a:xfrm>
            <a:off x="23135" y="373554"/>
            <a:ext cx="384265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ロング</a:t>
            </a:r>
            <a:r>
              <a:rPr kumimoji="1" lang="en-US" altLang="ja-JP" sz="1200" dirty="0"/>
              <a:t>/</a:t>
            </a:r>
            <a:r>
              <a:rPr kumimoji="1" lang="ja-JP" altLang="en-US" sz="1200" dirty="0"/>
              <a:t>女性</a:t>
            </a:r>
            <a:r>
              <a:rPr kumimoji="1" lang="en-US" altLang="ja-JP" sz="1200" dirty="0"/>
              <a:t>/</a:t>
            </a:r>
            <a:r>
              <a:rPr kumimoji="1" lang="ja-JP" altLang="en-US" sz="1200" dirty="0"/>
              <a:t>シニア </a:t>
            </a:r>
            <a:r>
              <a:rPr kumimoji="1" lang="en-US" altLang="ja-JP" sz="1200" dirty="0"/>
              <a:t>2</a:t>
            </a:r>
            <a:r>
              <a:rPr kumimoji="1" lang="ja-JP" altLang="en-US" sz="1200" dirty="0"/>
              <a:t>～</a:t>
            </a:r>
            <a:r>
              <a:rPr kumimoji="1" lang="en-US" altLang="ja-JP" sz="1200" dirty="0"/>
              <a:t>7</a:t>
            </a:r>
            <a:r>
              <a:rPr kumimoji="1" lang="ja-JP" altLang="en-US" sz="1200" dirty="0"/>
              <a:t>区</a:t>
            </a:r>
            <a:endParaRPr kumimoji="1" lang="en-US" altLang="ja-JP" sz="1200" dirty="0"/>
          </a:p>
          <a:p>
            <a:r>
              <a:rPr kumimoji="1" lang="en-US" altLang="ja-JP" sz="1200" dirty="0"/>
              <a:t>D:0m</a:t>
            </a:r>
          </a:p>
          <a:p>
            <a:r>
              <a:rPr lang="ja-JP" altLang="en-US" sz="1200" dirty="0"/>
              <a:t>発見</a:t>
            </a:r>
            <a:r>
              <a:rPr lang="en-US" altLang="ja-JP" sz="1200" dirty="0"/>
              <a:t>:1310m</a:t>
            </a:r>
          </a:p>
          <a:p>
            <a:r>
              <a:rPr kumimoji="1" lang="ja-JP" altLang="en-US" sz="1200" dirty="0"/>
              <a:t>沿道：</a:t>
            </a:r>
            <a:r>
              <a:rPr kumimoji="1" lang="en-US" altLang="ja-JP" sz="1200" dirty="0"/>
              <a:t>1400m</a:t>
            </a:r>
          </a:p>
          <a:p>
            <a:r>
              <a:rPr kumimoji="1" lang="en-US" altLang="ja-JP" sz="1200" dirty="0"/>
              <a:t>B:2570m</a:t>
            </a:r>
          </a:p>
          <a:p>
            <a:r>
              <a:rPr lang="en-US" altLang="ja-JP" sz="1200" dirty="0"/>
              <a:t>C:2750m</a:t>
            </a:r>
          </a:p>
          <a:p>
            <a:r>
              <a:rPr kumimoji="1" lang="en-US" altLang="ja-JP" sz="1200" dirty="0"/>
              <a:t>D(</a:t>
            </a:r>
            <a:r>
              <a:rPr kumimoji="1" lang="ja-JP" altLang="en-US" sz="1200" dirty="0"/>
              <a:t>ゴール</a:t>
            </a:r>
            <a:r>
              <a:rPr kumimoji="1" lang="en-US" altLang="ja-JP" sz="1200" dirty="0"/>
              <a:t>)</a:t>
            </a:r>
            <a:r>
              <a:rPr kumimoji="1" lang="ja-JP" altLang="en-US" sz="1200" dirty="0"/>
              <a:t>：</a:t>
            </a:r>
            <a:r>
              <a:rPr kumimoji="1" lang="en-US" altLang="ja-JP" sz="1200" dirty="0"/>
              <a:t>2850m</a:t>
            </a:r>
          </a:p>
          <a:p>
            <a:endParaRPr lang="en-US" altLang="ja-JP" sz="1200" dirty="0"/>
          </a:p>
          <a:p>
            <a:r>
              <a:rPr lang="en-US" altLang="ja-JP" sz="1200" dirty="0"/>
              <a:t>※</a:t>
            </a:r>
            <a:r>
              <a:rPr lang="ja-JP" altLang="en-US" sz="1200" dirty="0"/>
              <a:t>女性シニア</a:t>
            </a:r>
            <a:r>
              <a:rPr lang="en-US" altLang="ja-JP" sz="1200" dirty="0"/>
              <a:t>1</a:t>
            </a:r>
            <a:r>
              <a:rPr lang="ja-JP" altLang="en-US" sz="1200" dirty="0"/>
              <a:t>区は最初</a:t>
            </a:r>
            <a:r>
              <a:rPr lang="en-US" altLang="ja-JP" sz="1200" dirty="0"/>
              <a:t>F</a:t>
            </a:r>
            <a:r>
              <a:rPr lang="ja-JP" altLang="en-US" sz="1200" dirty="0"/>
              <a:t>～</a:t>
            </a:r>
            <a:r>
              <a:rPr lang="en-US" altLang="ja-JP" sz="1200" dirty="0"/>
              <a:t>D60m</a:t>
            </a:r>
            <a:r>
              <a:rPr lang="ja-JP" altLang="en-US" sz="1200" dirty="0"/>
              <a:t>を追加　</a:t>
            </a:r>
            <a:r>
              <a:rPr lang="en-US" altLang="ja-JP" sz="1200" dirty="0"/>
              <a:t>2910m</a:t>
            </a:r>
          </a:p>
          <a:p>
            <a:r>
              <a:rPr lang="en-US" altLang="ja-JP" sz="1200" dirty="0"/>
              <a:t>※</a:t>
            </a:r>
            <a:r>
              <a:rPr lang="ja-JP" altLang="en-US" sz="1200" dirty="0"/>
              <a:t>女性シニア</a:t>
            </a:r>
            <a:r>
              <a:rPr lang="en-US" altLang="ja-JP" sz="1200" dirty="0"/>
              <a:t>8</a:t>
            </a:r>
            <a:r>
              <a:rPr lang="ja-JP" altLang="en-US" sz="1200" dirty="0"/>
              <a:t>区は最後</a:t>
            </a:r>
            <a:r>
              <a:rPr lang="en-US" altLang="ja-JP" sz="1200" dirty="0"/>
              <a:t>D</a:t>
            </a:r>
            <a:r>
              <a:rPr lang="ja-JP" altLang="en-US" sz="1200" dirty="0"/>
              <a:t>～</a:t>
            </a:r>
            <a:r>
              <a:rPr lang="en-US" altLang="ja-JP" sz="1200" dirty="0"/>
              <a:t>E40m</a:t>
            </a:r>
            <a:r>
              <a:rPr lang="ja-JP" altLang="en-US" sz="1200" dirty="0"/>
              <a:t>を追加　</a:t>
            </a:r>
            <a:r>
              <a:rPr lang="en-US" altLang="ja-JP" sz="1200" dirty="0"/>
              <a:t>2890m</a:t>
            </a:r>
          </a:p>
          <a:p>
            <a:endParaRPr lang="en-US" altLang="ja-JP" sz="1200" dirty="0"/>
          </a:p>
          <a:p>
            <a:endParaRPr lang="en-US" altLang="ja-JP" sz="1200" dirty="0"/>
          </a:p>
          <a:p>
            <a:r>
              <a:rPr lang="ja-JP" altLang="en-US" sz="1200" dirty="0"/>
              <a:t>ショート　</a:t>
            </a:r>
            <a:r>
              <a:rPr lang="en-US" altLang="ja-JP" sz="1200" dirty="0"/>
              <a:t>2</a:t>
            </a:r>
            <a:r>
              <a:rPr lang="ja-JP" altLang="en-US" sz="1200" dirty="0"/>
              <a:t>～</a:t>
            </a:r>
            <a:r>
              <a:rPr lang="en-US" altLang="ja-JP" sz="1200" dirty="0"/>
              <a:t>7</a:t>
            </a:r>
            <a:r>
              <a:rPr lang="ja-JP" altLang="en-US" sz="1200" dirty="0"/>
              <a:t>区</a:t>
            </a:r>
            <a:endParaRPr lang="en-US" altLang="ja-JP" sz="1200" dirty="0"/>
          </a:p>
          <a:p>
            <a:r>
              <a:rPr kumimoji="1" lang="en-US" altLang="ja-JP" sz="1200" dirty="0"/>
              <a:t>C:0m</a:t>
            </a:r>
          </a:p>
          <a:p>
            <a:r>
              <a:rPr lang="en-US" altLang="ja-JP" sz="1200" dirty="0"/>
              <a:t>D:110m(</a:t>
            </a:r>
            <a:r>
              <a:rPr lang="ja-JP" altLang="en-US" sz="1200" dirty="0"/>
              <a:t>ｱｳﾄﾚｰﾝ走行</a:t>
            </a:r>
            <a:r>
              <a:rPr lang="en-US" altLang="ja-JP" sz="1200" dirty="0"/>
              <a:t>)</a:t>
            </a:r>
          </a:p>
          <a:p>
            <a:r>
              <a:rPr lang="ja-JP" altLang="en-US" sz="1200" dirty="0"/>
              <a:t>発見</a:t>
            </a:r>
            <a:r>
              <a:rPr lang="en-US" altLang="ja-JP" sz="1200" dirty="0"/>
              <a:t>:1430m</a:t>
            </a:r>
          </a:p>
          <a:p>
            <a:r>
              <a:rPr lang="ja-JP" altLang="en-US" sz="1200" dirty="0"/>
              <a:t>沿道</a:t>
            </a:r>
            <a:r>
              <a:rPr lang="en-US" altLang="ja-JP" sz="1200" dirty="0"/>
              <a:t>:1520m</a:t>
            </a:r>
          </a:p>
          <a:p>
            <a:r>
              <a:rPr lang="en-US" altLang="ja-JP" sz="1200" dirty="0"/>
              <a:t>B:2690m</a:t>
            </a:r>
          </a:p>
          <a:p>
            <a:r>
              <a:rPr lang="ja-JP" altLang="en-US" sz="1200" dirty="0"/>
              <a:t>ゴール</a:t>
            </a:r>
            <a:r>
              <a:rPr lang="en-US" altLang="ja-JP" sz="1200" dirty="0"/>
              <a:t>:2870m(</a:t>
            </a:r>
            <a:r>
              <a:rPr lang="ja-JP" altLang="en-US" sz="1200" dirty="0"/>
              <a:t>ｱｳﾄﾚｰﾝ走行</a:t>
            </a:r>
            <a:r>
              <a:rPr lang="en-US" altLang="ja-JP" sz="1200" dirty="0"/>
              <a:t>)</a:t>
            </a:r>
          </a:p>
          <a:p>
            <a:endParaRPr kumimoji="1" lang="en-US" altLang="ja-JP" sz="1200" dirty="0"/>
          </a:p>
          <a:p>
            <a:r>
              <a:rPr lang="en-US" altLang="ja-JP" sz="1200" dirty="0"/>
              <a:t>※</a:t>
            </a:r>
            <a:r>
              <a:rPr lang="ja-JP" altLang="en-US" sz="1200" dirty="0"/>
              <a:t>ショート</a:t>
            </a:r>
            <a:r>
              <a:rPr lang="en-US" altLang="ja-JP" sz="1200" dirty="0"/>
              <a:t>1</a:t>
            </a:r>
            <a:r>
              <a:rPr lang="ja-JP" altLang="en-US" sz="1200" dirty="0"/>
              <a:t>区は最初</a:t>
            </a:r>
            <a:r>
              <a:rPr lang="en-US" altLang="ja-JP" sz="1200" dirty="0"/>
              <a:t>F</a:t>
            </a:r>
            <a:r>
              <a:rPr lang="ja-JP" altLang="en-US" sz="1200" dirty="0"/>
              <a:t>からなので</a:t>
            </a:r>
            <a:r>
              <a:rPr lang="en-US" altLang="ja-JP" sz="1200" dirty="0"/>
              <a:t>50m</a:t>
            </a:r>
            <a:r>
              <a:rPr lang="ja-JP" altLang="en-US" sz="1200" dirty="0"/>
              <a:t>短い</a:t>
            </a:r>
            <a:r>
              <a:rPr lang="en-US" altLang="ja-JP" sz="1200" dirty="0"/>
              <a:t> 2820m</a:t>
            </a:r>
          </a:p>
          <a:p>
            <a:r>
              <a:rPr lang="en-US" altLang="ja-JP" sz="1200" dirty="0"/>
              <a:t>※</a:t>
            </a:r>
            <a:r>
              <a:rPr lang="ja-JP" altLang="en-US" sz="1200" dirty="0"/>
              <a:t>ショート</a:t>
            </a:r>
            <a:r>
              <a:rPr lang="en-US" altLang="ja-JP" sz="1200" dirty="0"/>
              <a:t>8</a:t>
            </a:r>
            <a:r>
              <a:rPr lang="ja-JP" altLang="en-US" sz="1200" dirty="0"/>
              <a:t>区は最後</a:t>
            </a:r>
            <a:r>
              <a:rPr lang="en-US" altLang="ja-JP" sz="1200" dirty="0"/>
              <a:t>C~E 150m</a:t>
            </a:r>
            <a:r>
              <a:rPr lang="ja-JP" altLang="en-US" sz="1200" dirty="0"/>
              <a:t>追加　</a:t>
            </a:r>
            <a:r>
              <a:rPr lang="en-US" altLang="ja-JP" sz="1200" dirty="0"/>
              <a:t>3020m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87267E6-D47D-F7BF-C96D-B1AA2D59EEBA}"/>
              </a:ext>
            </a:extLst>
          </p:cNvPr>
          <p:cNvSpPr txBox="1"/>
          <p:nvPr/>
        </p:nvSpPr>
        <p:spPr>
          <a:xfrm>
            <a:off x="119742" y="6540566"/>
            <a:ext cx="2754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ロング１区８区は次ページ↓</a:t>
            </a:r>
            <a:endParaRPr kumimoji="1" lang="en-US" altLang="ja-JP" sz="1200" dirty="0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4244B6EA-A055-BEFC-6E05-7DD3A9463491}"/>
              </a:ext>
            </a:extLst>
          </p:cNvPr>
          <p:cNvCxnSpPr/>
          <p:nvPr/>
        </p:nvCxnSpPr>
        <p:spPr>
          <a:xfrm flipV="1">
            <a:off x="6890657" y="3649143"/>
            <a:ext cx="114300" cy="146957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121BF4F-46FD-3026-0DBA-BE6B291A60FC}"/>
              </a:ext>
            </a:extLst>
          </p:cNvPr>
          <p:cNvSpPr txBox="1"/>
          <p:nvPr/>
        </p:nvSpPr>
        <p:spPr>
          <a:xfrm>
            <a:off x="6996793" y="3429000"/>
            <a:ext cx="359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FFFF00"/>
                </a:solidFill>
              </a:rPr>
              <a:t>F</a:t>
            </a:r>
            <a:endParaRPr kumimoji="1" lang="ja-JP" altLang="en-US" sz="1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7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867A5-D6E8-7DCE-31DD-36941DF6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DA96933-150C-9E41-FD00-71C4240251A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56858" y="0"/>
            <a:ext cx="8915400" cy="6858000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648629E-B0D6-D13E-6C5A-D440C43002A1}"/>
              </a:ext>
            </a:extLst>
          </p:cNvPr>
          <p:cNvCxnSpPr/>
          <p:nvPr/>
        </p:nvCxnSpPr>
        <p:spPr>
          <a:xfrm flipV="1">
            <a:off x="6449787" y="3282043"/>
            <a:ext cx="114300" cy="146957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036674E-8FE9-492D-C440-5C58161E4842}"/>
              </a:ext>
            </a:extLst>
          </p:cNvPr>
          <p:cNvCxnSpPr/>
          <p:nvPr/>
        </p:nvCxnSpPr>
        <p:spPr>
          <a:xfrm flipV="1">
            <a:off x="6229351" y="3077936"/>
            <a:ext cx="114300" cy="146957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B07B0B5-CBD7-E963-D828-331595632C4E}"/>
              </a:ext>
            </a:extLst>
          </p:cNvPr>
          <p:cNvCxnSpPr>
            <a:cxnSpLocks/>
          </p:cNvCxnSpPr>
          <p:nvPr/>
        </p:nvCxnSpPr>
        <p:spPr>
          <a:xfrm flipV="1">
            <a:off x="5576209" y="3535136"/>
            <a:ext cx="0" cy="146957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800CB46E-C859-66EE-D34A-8AEEC753D8F1}"/>
              </a:ext>
            </a:extLst>
          </p:cNvPr>
          <p:cNvCxnSpPr>
            <a:cxnSpLocks/>
          </p:cNvCxnSpPr>
          <p:nvPr/>
        </p:nvCxnSpPr>
        <p:spPr>
          <a:xfrm flipV="1">
            <a:off x="5306788" y="3502478"/>
            <a:ext cx="81641" cy="7347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E6506810-B6BF-4ECD-F1C0-0FCA73C2F2E7}"/>
              </a:ext>
            </a:extLst>
          </p:cNvPr>
          <p:cNvCxnSpPr>
            <a:cxnSpLocks/>
          </p:cNvCxnSpPr>
          <p:nvPr/>
        </p:nvCxnSpPr>
        <p:spPr>
          <a:xfrm>
            <a:off x="10115551" y="2151290"/>
            <a:ext cx="114300" cy="15512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7AD3E88-19B5-FAF9-23A8-B3EBFCBFFD6D}"/>
              </a:ext>
            </a:extLst>
          </p:cNvPr>
          <p:cNvCxnSpPr>
            <a:cxnSpLocks/>
          </p:cNvCxnSpPr>
          <p:nvPr/>
        </p:nvCxnSpPr>
        <p:spPr>
          <a:xfrm>
            <a:off x="9364437" y="2310493"/>
            <a:ext cx="114300" cy="15512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6FE3CA5-F3BC-9862-8580-53044347B651}"/>
              </a:ext>
            </a:extLst>
          </p:cNvPr>
          <p:cNvSpPr txBox="1"/>
          <p:nvPr/>
        </p:nvSpPr>
        <p:spPr>
          <a:xfrm>
            <a:off x="6531429" y="3077936"/>
            <a:ext cx="359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FFFF00"/>
                </a:solidFill>
              </a:rPr>
              <a:t>D</a:t>
            </a:r>
            <a:endParaRPr kumimoji="1" lang="ja-JP" altLang="en-US" sz="1200" b="1" dirty="0">
              <a:solidFill>
                <a:srgbClr val="FFFF00"/>
              </a:solidFill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11D4C32-4D97-75FE-D67F-E63B2752C6DA}"/>
              </a:ext>
            </a:extLst>
          </p:cNvPr>
          <p:cNvCxnSpPr>
            <a:cxnSpLocks/>
          </p:cNvCxnSpPr>
          <p:nvPr/>
        </p:nvCxnSpPr>
        <p:spPr>
          <a:xfrm>
            <a:off x="6833507" y="4139293"/>
            <a:ext cx="114300" cy="130628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1FF6F85-1D91-2724-F493-E4987C630362}"/>
              </a:ext>
            </a:extLst>
          </p:cNvPr>
          <p:cNvSpPr txBox="1"/>
          <p:nvPr/>
        </p:nvSpPr>
        <p:spPr>
          <a:xfrm>
            <a:off x="6257926" y="2865371"/>
            <a:ext cx="359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FFFF00"/>
                </a:solidFill>
              </a:rPr>
              <a:t>E</a:t>
            </a:r>
            <a:endParaRPr kumimoji="1" lang="ja-JP" altLang="en-US" sz="1200" b="1" dirty="0">
              <a:solidFill>
                <a:srgbClr val="FFFF00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5CD86CB-D945-ADB3-1423-5D697AAFE73B}"/>
              </a:ext>
            </a:extLst>
          </p:cNvPr>
          <p:cNvSpPr txBox="1"/>
          <p:nvPr/>
        </p:nvSpPr>
        <p:spPr>
          <a:xfrm>
            <a:off x="5396595" y="3796100"/>
            <a:ext cx="359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FFFF00"/>
                </a:solidFill>
              </a:rPr>
              <a:t>B</a:t>
            </a:r>
            <a:endParaRPr kumimoji="1" lang="ja-JP" altLang="en-US" sz="1200" b="1" dirty="0">
              <a:solidFill>
                <a:srgbClr val="FFFF00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5C23C59-8D90-C3FE-A1BE-0C3FB1241537}"/>
              </a:ext>
            </a:extLst>
          </p:cNvPr>
          <p:cNvSpPr txBox="1"/>
          <p:nvPr/>
        </p:nvSpPr>
        <p:spPr>
          <a:xfrm>
            <a:off x="5037367" y="3600597"/>
            <a:ext cx="359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FFFF00"/>
                </a:solidFill>
              </a:rPr>
              <a:t>A</a:t>
            </a:r>
            <a:endParaRPr kumimoji="1" lang="ja-JP" altLang="en-US" sz="1200" b="1" dirty="0">
              <a:solidFill>
                <a:srgbClr val="FFFF00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40FB1D2-F28B-2DB0-A2B0-3C4FBF47F60A}"/>
              </a:ext>
            </a:extLst>
          </p:cNvPr>
          <p:cNvSpPr txBox="1"/>
          <p:nvPr/>
        </p:nvSpPr>
        <p:spPr>
          <a:xfrm>
            <a:off x="6890657" y="4269921"/>
            <a:ext cx="359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FFFF00"/>
                </a:solidFill>
              </a:rPr>
              <a:t>C</a:t>
            </a:r>
            <a:endParaRPr kumimoji="1" lang="ja-JP" altLang="en-US" sz="1200" b="1" dirty="0">
              <a:solidFill>
                <a:srgbClr val="FFFF00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826B226-0647-690F-7AEA-D51DDC091F5F}"/>
              </a:ext>
            </a:extLst>
          </p:cNvPr>
          <p:cNvSpPr txBox="1"/>
          <p:nvPr/>
        </p:nvSpPr>
        <p:spPr>
          <a:xfrm>
            <a:off x="10123715" y="2306411"/>
            <a:ext cx="35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solidFill>
                  <a:srgbClr val="FFFF00"/>
                </a:solidFill>
              </a:rPr>
              <a:t>発見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E05DE06-B2D1-2E07-1A21-8BF91D198409}"/>
              </a:ext>
            </a:extLst>
          </p:cNvPr>
          <p:cNvSpPr txBox="1"/>
          <p:nvPr/>
        </p:nvSpPr>
        <p:spPr>
          <a:xfrm>
            <a:off x="9358994" y="2465997"/>
            <a:ext cx="35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solidFill>
                  <a:srgbClr val="FFFF00"/>
                </a:solidFill>
              </a:rPr>
              <a:t>沿道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7E71E7D-DFB2-9520-760E-2811AD16A49F}"/>
              </a:ext>
            </a:extLst>
          </p:cNvPr>
          <p:cNvSpPr txBox="1"/>
          <p:nvPr/>
        </p:nvSpPr>
        <p:spPr>
          <a:xfrm>
            <a:off x="8311244" y="4457701"/>
            <a:ext cx="33636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FF00"/>
                </a:solidFill>
              </a:rPr>
              <a:t>E:</a:t>
            </a:r>
            <a:r>
              <a:rPr kumimoji="1" lang="ja-JP" altLang="en-US" dirty="0">
                <a:solidFill>
                  <a:srgbClr val="FFFF00"/>
                </a:solidFill>
              </a:rPr>
              <a:t>アンカーゴール</a:t>
            </a:r>
            <a:endParaRPr kumimoji="1" lang="en-US" altLang="ja-JP" dirty="0">
              <a:solidFill>
                <a:srgbClr val="FFFF00"/>
              </a:solidFill>
            </a:endParaRPr>
          </a:p>
          <a:p>
            <a:r>
              <a:rPr lang="en-US" altLang="ja-JP" dirty="0">
                <a:solidFill>
                  <a:srgbClr val="FFFF00"/>
                </a:solidFill>
              </a:rPr>
              <a:t>F</a:t>
            </a:r>
            <a:r>
              <a:rPr lang="ja-JP" altLang="en-US" dirty="0">
                <a:solidFill>
                  <a:srgbClr val="FFFF00"/>
                </a:solidFill>
              </a:rPr>
              <a:t>：１区スタート</a:t>
            </a:r>
            <a:endParaRPr lang="en-US" altLang="ja-JP" dirty="0">
              <a:solidFill>
                <a:srgbClr val="FFFF00"/>
              </a:solidFill>
            </a:endParaRPr>
          </a:p>
          <a:p>
            <a:r>
              <a:rPr lang="en-US" altLang="ja-JP" dirty="0">
                <a:solidFill>
                  <a:srgbClr val="FFFF00"/>
                </a:solidFill>
              </a:rPr>
              <a:t>D:</a:t>
            </a:r>
            <a:r>
              <a:rPr lang="ja-JP" altLang="en-US" dirty="0">
                <a:solidFill>
                  <a:srgbClr val="FFFF00"/>
                </a:solidFill>
              </a:rPr>
              <a:t>ロング女性シニアスタート</a:t>
            </a:r>
            <a:endParaRPr lang="en-US" altLang="ja-JP" dirty="0">
              <a:solidFill>
                <a:srgbClr val="FFFF00"/>
              </a:solidFill>
            </a:endParaRPr>
          </a:p>
          <a:p>
            <a:r>
              <a:rPr kumimoji="1" lang="en-US" altLang="ja-JP" dirty="0">
                <a:solidFill>
                  <a:srgbClr val="FFFF00"/>
                </a:solidFill>
              </a:rPr>
              <a:t>B:</a:t>
            </a:r>
            <a:r>
              <a:rPr kumimoji="1" lang="ja-JP" altLang="en-US" dirty="0">
                <a:solidFill>
                  <a:srgbClr val="FFFF00"/>
                </a:solidFill>
              </a:rPr>
              <a:t>ゲート</a:t>
            </a:r>
            <a:endParaRPr kumimoji="1" lang="en-US" altLang="ja-JP" dirty="0">
              <a:solidFill>
                <a:srgbClr val="FFFF00"/>
              </a:solidFill>
            </a:endParaRPr>
          </a:p>
          <a:p>
            <a:r>
              <a:rPr lang="en-US" altLang="ja-JP" dirty="0">
                <a:solidFill>
                  <a:srgbClr val="FFFF00"/>
                </a:solidFill>
              </a:rPr>
              <a:t>A:</a:t>
            </a:r>
            <a:r>
              <a:rPr lang="ja-JP" altLang="en-US" dirty="0">
                <a:solidFill>
                  <a:srgbClr val="FFFF00"/>
                </a:solidFill>
              </a:rPr>
              <a:t>外周入口</a:t>
            </a:r>
            <a:endParaRPr lang="en-US" altLang="ja-JP" dirty="0">
              <a:solidFill>
                <a:srgbClr val="FFFF00"/>
              </a:solidFill>
            </a:endParaRPr>
          </a:p>
          <a:p>
            <a:r>
              <a:rPr kumimoji="1" lang="ja-JP" altLang="en-US" dirty="0">
                <a:solidFill>
                  <a:srgbClr val="FFFF00"/>
                </a:solidFill>
              </a:rPr>
              <a:t>発見：発見隊場所</a:t>
            </a:r>
            <a:endParaRPr kumimoji="1" lang="en-US" altLang="ja-JP" dirty="0">
              <a:solidFill>
                <a:srgbClr val="FFFF00"/>
              </a:solidFill>
            </a:endParaRPr>
          </a:p>
          <a:p>
            <a:r>
              <a:rPr lang="ja-JP" altLang="en-US" dirty="0">
                <a:solidFill>
                  <a:srgbClr val="FFFF00"/>
                </a:solidFill>
              </a:rPr>
              <a:t>沿道：沿道応援場所</a:t>
            </a:r>
            <a:endParaRPr kumimoji="1" lang="ja-JP" altLang="en-US" dirty="0">
              <a:solidFill>
                <a:srgbClr val="FFFF00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07704D4-35A6-A96C-9E71-C5A0161D8E20}"/>
              </a:ext>
            </a:extLst>
          </p:cNvPr>
          <p:cNvSpPr txBox="1"/>
          <p:nvPr/>
        </p:nvSpPr>
        <p:spPr>
          <a:xfrm>
            <a:off x="63954" y="91944"/>
            <a:ext cx="336368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ロング</a:t>
            </a:r>
            <a:r>
              <a:rPr kumimoji="1" lang="en-US" altLang="ja-JP" sz="1100" dirty="0"/>
              <a:t>1</a:t>
            </a:r>
            <a:r>
              <a:rPr kumimoji="1" lang="ja-JP" altLang="en-US" sz="1100" dirty="0"/>
              <a:t>区</a:t>
            </a:r>
            <a:endParaRPr kumimoji="1" lang="en-US" altLang="ja-JP" sz="1100" dirty="0"/>
          </a:p>
          <a:p>
            <a:r>
              <a:rPr lang="en-US" altLang="ja-JP" sz="1100" dirty="0"/>
              <a:t>F:0m</a:t>
            </a:r>
          </a:p>
          <a:p>
            <a:r>
              <a:rPr kumimoji="1" lang="en-US" altLang="ja-JP" sz="1100" dirty="0"/>
              <a:t>D:60m</a:t>
            </a:r>
          </a:p>
          <a:p>
            <a:r>
              <a:rPr lang="en-US" altLang="ja-JP" sz="1100" dirty="0"/>
              <a:t>D(2</a:t>
            </a:r>
            <a:r>
              <a:rPr lang="ja-JP" altLang="en-US" sz="1100" dirty="0"/>
              <a:t>周後</a:t>
            </a:r>
            <a:r>
              <a:rPr lang="en-US" altLang="ja-JP" sz="1100" dirty="0"/>
              <a:t>):860m</a:t>
            </a:r>
          </a:p>
          <a:p>
            <a:r>
              <a:rPr kumimoji="1" lang="ja-JP" altLang="en-US" sz="1100" dirty="0"/>
              <a:t>発見</a:t>
            </a:r>
            <a:r>
              <a:rPr kumimoji="1" lang="en-US" altLang="ja-JP" sz="1100" dirty="0"/>
              <a:t>1</a:t>
            </a:r>
            <a:r>
              <a:rPr kumimoji="1" lang="ja-JP" altLang="en-US" sz="1100" dirty="0"/>
              <a:t>周目</a:t>
            </a:r>
            <a:r>
              <a:rPr kumimoji="1" lang="en-US" altLang="ja-JP" sz="1100" dirty="0"/>
              <a:t>:2170m</a:t>
            </a:r>
          </a:p>
          <a:p>
            <a:r>
              <a:rPr kumimoji="1" lang="ja-JP" altLang="en-US" sz="1100" dirty="0"/>
              <a:t>沿道</a:t>
            </a:r>
            <a:r>
              <a:rPr kumimoji="1" lang="en-US" altLang="ja-JP" sz="1100" dirty="0"/>
              <a:t>1</a:t>
            </a:r>
            <a:r>
              <a:rPr kumimoji="1" lang="ja-JP" altLang="en-US" sz="1100" dirty="0"/>
              <a:t>周目</a:t>
            </a:r>
            <a:r>
              <a:rPr kumimoji="1" lang="en-US" altLang="ja-JP" sz="1100" dirty="0"/>
              <a:t>:2260m</a:t>
            </a:r>
          </a:p>
          <a:p>
            <a:r>
              <a:rPr lang="ja-JP" altLang="en-US" sz="1100" dirty="0"/>
              <a:t>発見</a:t>
            </a:r>
            <a:r>
              <a:rPr lang="en-US" altLang="ja-JP" sz="1100" dirty="0"/>
              <a:t>2</a:t>
            </a:r>
            <a:r>
              <a:rPr lang="ja-JP" altLang="en-US" sz="1100" dirty="0"/>
              <a:t>週目</a:t>
            </a:r>
            <a:r>
              <a:rPr lang="en-US" altLang="ja-JP" sz="1100" dirty="0"/>
              <a:t>:4510m</a:t>
            </a:r>
          </a:p>
          <a:p>
            <a:r>
              <a:rPr lang="ja-JP" altLang="en-US" sz="1100" dirty="0"/>
              <a:t>沿道</a:t>
            </a:r>
            <a:r>
              <a:rPr lang="en-US" altLang="ja-JP" sz="1100" dirty="0"/>
              <a:t>2</a:t>
            </a:r>
            <a:r>
              <a:rPr lang="ja-JP" altLang="en-US" sz="1100" dirty="0"/>
              <a:t>週目</a:t>
            </a:r>
            <a:r>
              <a:rPr lang="en-US" altLang="ja-JP" sz="1100" dirty="0"/>
              <a:t>:4600m</a:t>
            </a:r>
          </a:p>
          <a:p>
            <a:r>
              <a:rPr lang="en-US" altLang="ja-JP" sz="1100" dirty="0"/>
              <a:t>B:5760m</a:t>
            </a:r>
          </a:p>
          <a:p>
            <a:r>
              <a:rPr lang="ja-JP" altLang="en-US" sz="1100" dirty="0"/>
              <a:t>ゴール</a:t>
            </a:r>
            <a:r>
              <a:rPr lang="en-US" altLang="ja-JP" sz="1100" dirty="0"/>
              <a:t>:6040m</a:t>
            </a:r>
          </a:p>
          <a:p>
            <a:endParaRPr kumimoji="1" lang="en-US" altLang="ja-JP" sz="1100" dirty="0"/>
          </a:p>
          <a:p>
            <a:r>
              <a:rPr lang="ja-JP" altLang="en-US" sz="1100" dirty="0"/>
              <a:t>ロング</a:t>
            </a:r>
            <a:r>
              <a:rPr lang="en-US" altLang="ja-JP" sz="1100" dirty="0"/>
              <a:t>8</a:t>
            </a:r>
            <a:r>
              <a:rPr lang="ja-JP" altLang="en-US" sz="1100" dirty="0"/>
              <a:t>区</a:t>
            </a:r>
            <a:endParaRPr lang="en-US" altLang="ja-JP" sz="1100" dirty="0"/>
          </a:p>
          <a:p>
            <a:r>
              <a:rPr kumimoji="1" lang="en-US" altLang="ja-JP" sz="1100" dirty="0"/>
              <a:t>D:0m</a:t>
            </a:r>
          </a:p>
          <a:p>
            <a:r>
              <a:rPr lang="ja-JP" altLang="en-US" sz="1100" dirty="0"/>
              <a:t>発見</a:t>
            </a:r>
            <a:r>
              <a:rPr lang="en-US" altLang="ja-JP" sz="1100" dirty="0"/>
              <a:t>1</a:t>
            </a:r>
            <a:r>
              <a:rPr lang="ja-JP" altLang="en-US" sz="1100" dirty="0"/>
              <a:t>周目</a:t>
            </a:r>
            <a:r>
              <a:rPr lang="en-US" altLang="ja-JP" sz="1100" dirty="0"/>
              <a:t>:1310m</a:t>
            </a:r>
          </a:p>
          <a:p>
            <a:r>
              <a:rPr lang="ja-JP" altLang="en-US" sz="1100" dirty="0"/>
              <a:t>沿道</a:t>
            </a:r>
            <a:r>
              <a:rPr lang="en-US" altLang="ja-JP" sz="1100" dirty="0"/>
              <a:t>1</a:t>
            </a:r>
            <a:r>
              <a:rPr lang="ja-JP" altLang="en-US" sz="1100" dirty="0"/>
              <a:t>周目</a:t>
            </a:r>
            <a:r>
              <a:rPr lang="en-US" altLang="ja-JP" sz="1100" dirty="0"/>
              <a:t>:1400m</a:t>
            </a:r>
          </a:p>
          <a:p>
            <a:r>
              <a:rPr lang="ja-JP" altLang="en-US" sz="1100" dirty="0"/>
              <a:t>発見</a:t>
            </a:r>
            <a:r>
              <a:rPr lang="en-US" altLang="ja-JP" sz="1100" dirty="0"/>
              <a:t>2</a:t>
            </a:r>
            <a:r>
              <a:rPr lang="ja-JP" altLang="en-US" sz="1100" dirty="0"/>
              <a:t>週目</a:t>
            </a:r>
            <a:r>
              <a:rPr lang="en-US" altLang="ja-JP" sz="1100" dirty="0"/>
              <a:t>:3650m</a:t>
            </a:r>
          </a:p>
          <a:p>
            <a:r>
              <a:rPr lang="ja-JP" altLang="en-US" sz="1100" dirty="0"/>
              <a:t>沿道</a:t>
            </a:r>
            <a:r>
              <a:rPr lang="en-US" altLang="ja-JP" sz="1100" dirty="0"/>
              <a:t>2</a:t>
            </a:r>
            <a:r>
              <a:rPr lang="ja-JP" altLang="en-US" sz="1100" dirty="0"/>
              <a:t>週目</a:t>
            </a:r>
            <a:r>
              <a:rPr lang="en-US" altLang="ja-JP" sz="1100" dirty="0"/>
              <a:t>:3740m</a:t>
            </a:r>
          </a:p>
          <a:p>
            <a:r>
              <a:rPr lang="en-US" altLang="ja-JP" sz="1100" dirty="0"/>
              <a:t>B:4910m</a:t>
            </a:r>
          </a:p>
          <a:p>
            <a:r>
              <a:rPr lang="en-US" altLang="ja-JP" sz="1100" dirty="0"/>
              <a:t>D:5190m</a:t>
            </a:r>
          </a:p>
          <a:p>
            <a:r>
              <a:rPr lang="ja-JP" altLang="en-US" sz="1100" dirty="0"/>
              <a:t>ゴール：</a:t>
            </a:r>
            <a:r>
              <a:rPr lang="en-US" altLang="ja-JP" sz="1100" dirty="0"/>
              <a:t>5230m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FC709D4-9D53-6E36-A2BE-2A3172F63E00}"/>
              </a:ext>
            </a:extLst>
          </p:cNvPr>
          <p:cNvCxnSpPr/>
          <p:nvPr/>
        </p:nvCxnSpPr>
        <p:spPr>
          <a:xfrm flipV="1">
            <a:off x="6866165" y="3673635"/>
            <a:ext cx="114300" cy="146957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6A08E5-5605-9BE5-E029-4C62F67E5016}"/>
              </a:ext>
            </a:extLst>
          </p:cNvPr>
          <p:cNvSpPr txBox="1"/>
          <p:nvPr/>
        </p:nvSpPr>
        <p:spPr>
          <a:xfrm>
            <a:off x="6935561" y="3462097"/>
            <a:ext cx="359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FFFF00"/>
                </a:solidFill>
              </a:rPr>
              <a:t>F</a:t>
            </a:r>
            <a:endParaRPr kumimoji="1" lang="ja-JP" altLang="en-US" sz="1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947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A43775712445F4F82775BB460FB3292" ma:contentTypeVersion="19" ma:contentTypeDescription="新しいドキュメントを作成します。" ma:contentTypeScope="" ma:versionID="0d0ac6cb371acd5a9f7d9260ff1fe8c6">
  <xsd:schema xmlns:xsd="http://www.w3.org/2001/XMLSchema" xmlns:xs="http://www.w3.org/2001/XMLSchema" xmlns:p="http://schemas.microsoft.com/office/2006/metadata/properties" xmlns:ns2="6e9d908a-9f95-4997-80f1-3523e6bc2e19" xmlns:ns3="25ec1c44-e65e-43e7-94fb-6edd69e0929a" targetNamespace="http://schemas.microsoft.com/office/2006/metadata/properties" ma:root="true" ma:fieldsID="6d7e29fa09bbc0a240c1b27e96e8d8d5" ns2:_="" ns3:_="">
    <xsd:import namespace="6e9d908a-9f95-4997-80f1-3523e6bc2e19"/>
    <xsd:import namespace="25ec1c44-e65e-43e7-94fb-6edd69e092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d908a-9f95-4997-80f1-3523e6bc2e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画像タグ" ma:readOnly="false" ma:fieldId="{5cf76f15-5ced-4ddc-b409-7134ff3c332f}" ma:taxonomyMulti="true" ma:sspId="401df557-eeb5-435c-8d7c-77a7fa12a9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ec1c44-e65e-43e7-94fb-6edd69e0929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7a44d82-081a-4791-bff5-ed16b6724170}" ma:internalName="TaxCatchAll" ma:showField="CatchAllData" ma:web="25ec1c44-e65e-43e7-94fb-6edd69e092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9d908a-9f95-4997-80f1-3523e6bc2e19">
      <Terms xmlns="http://schemas.microsoft.com/office/infopath/2007/PartnerControls"/>
    </lcf76f155ced4ddcb4097134ff3c332f>
    <TaxCatchAll xmlns="25ec1c44-e65e-43e7-94fb-6edd69e0929a" xsi:nil="true"/>
  </documentManagement>
</p:properties>
</file>

<file path=customXml/itemProps1.xml><?xml version="1.0" encoding="utf-8"?>
<ds:datastoreItem xmlns:ds="http://schemas.openxmlformats.org/officeDocument/2006/customXml" ds:itemID="{354D3892-BFF5-4873-A081-86DCA8A0B6A5}"/>
</file>

<file path=customXml/itemProps2.xml><?xml version="1.0" encoding="utf-8"?>
<ds:datastoreItem xmlns:ds="http://schemas.openxmlformats.org/officeDocument/2006/customXml" ds:itemID="{80F4CFB2-7881-49D0-B904-DF822C0D2943}"/>
</file>

<file path=customXml/itemProps3.xml><?xml version="1.0" encoding="utf-8"?>
<ds:datastoreItem xmlns:ds="http://schemas.openxmlformats.org/officeDocument/2006/customXml" ds:itemID="{ADBACD1C-E1E5-4B0C-8E13-09414307A516}"/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266</Words>
  <Application>Microsoft Office PowerPoint</Application>
  <PresentationFormat>ワイド画面</PresentationFormat>
  <Paragraphs>73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Wada, Ryuta/和田 龍太</dc:creator>
  <cp:lastModifiedBy>Wada, Ryuta/和田 龍太</cp:lastModifiedBy>
  <cp:revision>2</cp:revision>
  <dcterms:created xsi:type="dcterms:W3CDTF">2025-12-04T22:45:51Z</dcterms:created>
  <dcterms:modified xsi:type="dcterms:W3CDTF">2025-12-05T07:38:43Z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0x010100DA43775712445F4F82775BB460FB3292</vt:lpwstr>
  </property>
</Properties>
</file>