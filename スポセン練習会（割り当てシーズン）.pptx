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280" r:id="rId6"/>
    <p:sldId id="257" r:id="rId7"/>
    <p:sldId id="281" r:id="rId8"/>
    <p:sldId id="279" r:id="rId9"/>
    <p:sldId id="283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1A8322-3779-4DDE-9024-9613598CB686}" v="1" dt="2024-10-02T23:09:31.2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da, Ryuta/和田 龍太" userId="2d932581-5fbd-4652-aa43-e6a64ab27875" providerId="ADAL" clId="{301A8322-3779-4DDE-9024-9613598CB686}"/>
    <pc:docChg chg="modSld">
      <pc:chgData name="Wada, Ryuta/和田 龍太" userId="2d932581-5fbd-4652-aa43-e6a64ab27875" providerId="ADAL" clId="{301A8322-3779-4DDE-9024-9613598CB686}" dt="2024-10-02T23:12:45.629" v="357" actId="13822"/>
      <pc:docMkLst>
        <pc:docMk/>
      </pc:docMkLst>
      <pc:sldChg chg="modSp mod">
        <pc:chgData name="Wada, Ryuta/和田 龍太" userId="2d932581-5fbd-4652-aa43-e6a64ab27875" providerId="ADAL" clId="{301A8322-3779-4DDE-9024-9613598CB686}" dt="2024-10-02T23:09:02.825" v="10" actId="20577"/>
        <pc:sldMkLst>
          <pc:docMk/>
          <pc:sldMk cId="1512045117" sldId="256"/>
        </pc:sldMkLst>
        <pc:spChg chg="mod">
          <ac:chgData name="Wada, Ryuta/和田 龍太" userId="2d932581-5fbd-4652-aa43-e6a64ab27875" providerId="ADAL" clId="{301A8322-3779-4DDE-9024-9613598CB686}" dt="2024-10-02T23:09:02.825" v="10" actId="20577"/>
          <ac:spMkLst>
            <pc:docMk/>
            <pc:sldMk cId="1512045117" sldId="256"/>
            <ac:spMk id="4" creationId="{00000000-0000-0000-0000-000000000000}"/>
          </ac:spMkLst>
        </pc:spChg>
      </pc:sldChg>
      <pc:sldChg chg="addSp modSp mod">
        <pc:chgData name="Wada, Ryuta/和田 龍太" userId="2d932581-5fbd-4652-aa43-e6a64ab27875" providerId="ADAL" clId="{301A8322-3779-4DDE-9024-9613598CB686}" dt="2024-10-02T23:12:45.629" v="357" actId="13822"/>
        <pc:sldMkLst>
          <pc:docMk/>
          <pc:sldMk cId="1680579195" sldId="279"/>
        </pc:sldMkLst>
        <pc:spChg chg="add mod">
          <ac:chgData name="Wada, Ryuta/和田 龍太" userId="2d932581-5fbd-4652-aa43-e6a64ab27875" providerId="ADAL" clId="{301A8322-3779-4DDE-9024-9613598CB686}" dt="2024-10-02T23:12:45.629" v="357" actId="13822"/>
          <ac:spMkLst>
            <pc:docMk/>
            <pc:sldMk cId="1680579195" sldId="279"/>
            <ac:spMk id="3" creationId="{0FB41EAC-97F6-A10A-E804-9C4FAF87E148}"/>
          </ac:spMkLst>
        </pc:spChg>
      </pc:sldChg>
      <pc:sldChg chg="addSp modSp mod">
        <pc:chgData name="Wada, Ryuta/和田 龍太" userId="2d932581-5fbd-4652-aa43-e6a64ab27875" providerId="ADAL" clId="{301A8322-3779-4DDE-9024-9613598CB686}" dt="2024-10-02T23:11:00.014" v="120" actId="20577"/>
        <pc:sldMkLst>
          <pc:docMk/>
          <pc:sldMk cId="2567781501" sldId="280"/>
        </pc:sldMkLst>
        <pc:spChg chg="add mod ord">
          <ac:chgData name="Wada, Ryuta/和田 龍太" userId="2d932581-5fbd-4652-aa43-e6a64ab27875" providerId="ADAL" clId="{301A8322-3779-4DDE-9024-9613598CB686}" dt="2024-10-02T23:11:00.014" v="120" actId="20577"/>
          <ac:spMkLst>
            <pc:docMk/>
            <pc:sldMk cId="2567781501" sldId="280"/>
            <ac:spMk id="2" creationId="{4E082126-F37E-B99F-F00C-860B568069FB}"/>
          </ac:spMkLst>
        </pc:spChg>
        <pc:spChg chg="add mod">
          <ac:chgData name="Wada, Ryuta/和田 龍太" userId="2d932581-5fbd-4652-aa43-e6a64ab27875" providerId="ADAL" clId="{301A8322-3779-4DDE-9024-9613598CB686}" dt="2024-10-02T23:10:43.751" v="108" actId="14100"/>
          <ac:spMkLst>
            <pc:docMk/>
            <pc:sldMk cId="2567781501" sldId="280"/>
            <ac:spMk id="3" creationId="{80F6CD69-D2D8-9E5D-2517-50C25DEF8236}"/>
          </ac:spMkLst>
        </pc:spChg>
      </pc:sldChg>
    </pc:docChg>
  </pc:docChgLst>
  <pc:docChgLst>
    <pc:chgData name="Wada, Ryuta/和田 龍太" userId="S::1469999@tmc.twfr.toyota.co.jp::2d932581-5fbd-4652-aa43-e6a64ab27875" providerId="AD" clId="Web-{FF12F837-254F-56E3-F6CD-7B7A796327D5}"/>
    <pc:docChg chg="modSld">
      <pc:chgData name="Wada, Ryuta/和田 龍太" userId="S::1469999@tmc.twfr.toyota.co.jp::2d932581-5fbd-4652-aa43-e6a64ab27875" providerId="AD" clId="Web-{FF12F837-254F-56E3-F6CD-7B7A796327D5}" dt="2023-10-11T04:51:26.421" v="21" actId="20577"/>
      <pc:docMkLst>
        <pc:docMk/>
      </pc:docMkLst>
      <pc:sldChg chg="modSp">
        <pc:chgData name="Wada, Ryuta/和田 龍太" userId="S::1469999@tmc.twfr.toyota.co.jp::2d932581-5fbd-4652-aa43-e6a64ab27875" providerId="AD" clId="Web-{FF12F837-254F-56E3-F6CD-7B7A796327D5}" dt="2023-10-11T04:51:26.421" v="21" actId="20577"/>
        <pc:sldMkLst>
          <pc:docMk/>
          <pc:sldMk cId="1512045117" sldId="256"/>
        </pc:sldMkLst>
        <pc:spChg chg="mod">
          <ac:chgData name="Wada, Ryuta/和田 龍太" userId="S::1469999@tmc.twfr.toyota.co.jp::2d932581-5fbd-4652-aa43-e6a64ab27875" providerId="AD" clId="Web-{FF12F837-254F-56E3-F6CD-7B7A796327D5}" dt="2023-10-11T04:51:26.421" v="21" actId="20577"/>
          <ac:spMkLst>
            <pc:docMk/>
            <pc:sldMk cId="1512045117" sldId="256"/>
            <ac:spMk id="20" creationId="{00000000-0008-0000-0300-00000F000000}"/>
          </ac:spMkLst>
        </pc:spChg>
      </pc:sldChg>
    </pc:docChg>
  </pc:docChgLst>
  <pc:docChgLst>
    <pc:chgData name="Ito, Takashi/伊藤 賢" userId="4aa72648-47ac-4e78-a21d-780d2856a0be" providerId="ADAL" clId="{A91FD386-ED8F-4E1D-B575-D82BB0DEA6D8}"/>
    <pc:docChg chg="modSld">
      <pc:chgData name="Ito, Takashi/伊藤 賢" userId="4aa72648-47ac-4e78-a21d-780d2856a0be" providerId="ADAL" clId="{A91FD386-ED8F-4E1D-B575-D82BB0DEA6D8}" dt="2023-10-11T03:55:09.265" v="211" actId="1037"/>
      <pc:docMkLst>
        <pc:docMk/>
      </pc:docMkLst>
      <pc:sldChg chg="addSp modSp mod">
        <pc:chgData name="Ito, Takashi/伊藤 賢" userId="4aa72648-47ac-4e78-a21d-780d2856a0be" providerId="ADAL" clId="{A91FD386-ED8F-4E1D-B575-D82BB0DEA6D8}" dt="2023-10-11T03:55:09.265" v="211" actId="1037"/>
        <pc:sldMkLst>
          <pc:docMk/>
          <pc:sldMk cId="4213922500" sldId="258"/>
        </pc:sldMkLst>
        <pc:spChg chg="add mod">
          <ac:chgData name="Ito, Takashi/伊藤 賢" userId="4aa72648-47ac-4e78-a21d-780d2856a0be" providerId="ADAL" clId="{A91FD386-ED8F-4E1D-B575-D82BB0DEA6D8}" dt="2023-10-11T03:55:09.265" v="211" actId="1037"/>
          <ac:spMkLst>
            <pc:docMk/>
            <pc:sldMk cId="4213922500" sldId="258"/>
            <ac:spMk id="2" creationId="{A518DEB0-8576-842C-92B5-0F524737ABD0}"/>
          </ac:spMkLst>
        </pc:spChg>
      </pc:sldChg>
    </pc:docChg>
  </pc:docChgLst>
  <pc:docChgLst>
    <pc:chgData name="Wada, Ryuta/和田 龍太" userId="2d932581-5fbd-4652-aa43-e6a64ab27875" providerId="ADAL" clId="{4B1FBDFC-A3E9-4210-A2FC-3120DFF1B8CE}"/>
    <pc:docChg chg="custSel addSld modSld sldOrd">
      <pc:chgData name="Wada, Ryuta/和田 龍太" userId="2d932581-5fbd-4652-aa43-e6a64ab27875" providerId="ADAL" clId="{4B1FBDFC-A3E9-4210-A2FC-3120DFF1B8CE}" dt="2023-10-11T04:48:37.281" v="1817" actId="20577"/>
      <pc:docMkLst>
        <pc:docMk/>
      </pc:docMkLst>
      <pc:sldChg chg="modSp mod">
        <pc:chgData name="Wada, Ryuta/和田 龍太" userId="2d932581-5fbd-4652-aa43-e6a64ab27875" providerId="ADAL" clId="{4B1FBDFC-A3E9-4210-A2FC-3120DFF1B8CE}" dt="2023-10-11T04:33:57.790" v="874" actId="20577"/>
        <pc:sldMkLst>
          <pc:docMk/>
          <pc:sldMk cId="1512045117" sldId="256"/>
        </pc:sldMkLst>
        <pc:spChg chg="mod">
          <ac:chgData name="Wada, Ryuta/和田 龍太" userId="2d932581-5fbd-4652-aa43-e6a64ab27875" providerId="ADAL" clId="{4B1FBDFC-A3E9-4210-A2FC-3120DFF1B8CE}" dt="2023-10-11T04:33:57.790" v="874" actId="20577"/>
          <ac:spMkLst>
            <pc:docMk/>
            <pc:sldMk cId="1512045117" sldId="256"/>
            <ac:spMk id="4" creationId="{00000000-0000-0000-0000-000000000000}"/>
          </ac:spMkLst>
        </pc:spChg>
        <pc:spChg chg="mod">
          <ac:chgData name="Wada, Ryuta/和田 龍太" userId="2d932581-5fbd-4652-aa43-e6a64ab27875" providerId="ADAL" clId="{4B1FBDFC-A3E9-4210-A2FC-3120DFF1B8CE}" dt="2023-10-11T04:23:16.143" v="813" actId="115"/>
          <ac:spMkLst>
            <pc:docMk/>
            <pc:sldMk cId="1512045117" sldId="256"/>
            <ac:spMk id="8" creationId="{00000000-0008-0000-0400-000005000000}"/>
          </ac:spMkLst>
        </pc:spChg>
        <pc:spChg chg="mod">
          <ac:chgData name="Wada, Ryuta/和田 龍太" userId="2d932581-5fbd-4652-aa43-e6a64ab27875" providerId="ADAL" clId="{4B1FBDFC-A3E9-4210-A2FC-3120DFF1B8CE}" dt="2023-10-11T04:21:43.275" v="729" actId="1076"/>
          <ac:spMkLst>
            <pc:docMk/>
            <pc:sldMk cId="1512045117" sldId="256"/>
            <ac:spMk id="11" creationId="{00000000-0000-0000-0000-000000000000}"/>
          </ac:spMkLst>
        </pc:spChg>
      </pc:sldChg>
      <pc:sldChg chg="mod modShow">
        <pc:chgData name="Wada, Ryuta/和田 龍太" userId="2d932581-5fbd-4652-aa43-e6a64ab27875" providerId="ADAL" clId="{4B1FBDFC-A3E9-4210-A2FC-3120DFF1B8CE}" dt="2023-10-11T04:30:46.710" v="829" actId="729"/>
        <pc:sldMkLst>
          <pc:docMk/>
          <pc:sldMk cId="1199536411" sldId="257"/>
        </pc:sldMkLst>
      </pc:sldChg>
      <pc:sldChg chg="mod modShow">
        <pc:chgData name="Wada, Ryuta/和田 龍太" userId="2d932581-5fbd-4652-aa43-e6a64ab27875" providerId="ADAL" clId="{4B1FBDFC-A3E9-4210-A2FC-3120DFF1B8CE}" dt="2023-10-11T04:30:46.710" v="829" actId="729"/>
        <pc:sldMkLst>
          <pc:docMk/>
          <pc:sldMk cId="3186550582" sldId="260"/>
        </pc:sldMkLst>
      </pc:sldChg>
      <pc:sldChg chg="ord">
        <pc:chgData name="Wada, Ryuta/和田 龍太" userId="2d932581-5fbd-4652-aa43-e6a64ab27875" providerId="ADAL" clId="{4B1FBDFC-A3E9-4210-A2FC-3120DFF1B8CE}" dt="2023-10-11T04:25:27.405" v="823"/>
        <pc:sldMkLst>
          <pc:docMk/>
          <pc:sldMk cId="1680579195" sldId="279"/>
        </pc:sldMkLst>
      </pc:sldChg>
      <pc:sldChg chg="addSp modSp mod">
        <pc:chgData name="Wada, Ryuta/和田 龍太" userId="2d932581-5fbd-4652-aa43-e6a64ab27875" providerId="ADAL" clId="{4B1FBDFC-A3E9-4210-A2FC-3120DFF1B8CE}" dt="2023-10-11T04:24:50.103" v="821" actId="14100"/>
        <pc:sldMkLst>
          <pc:docMk/>
          <pc:sldMk cId="931567769" sldId="281"/>
        </pc:sldMkLst>
        <pc:spChg chg="add mod">
          <ac:chgData name="Wada, Ryuta/和田 龍太" userId="2d932581-5fbd-4652-aa43-e6a64ab27875" providerId="ADAL" clId="{4B1FBDFC-A3E9-4210-A2FC-3120DFF1B8CE}" dt="2023-10-11T04:24:50.103" v="821" actId="14100"/>
          <ac:spMkLst>
            <pc:docMk/>
            <pc:sldMk cId="931567769" sldId="281"/>
            <ac:spMk id="2" creationId="{64FA1772-2E1B-62FB-5341-EA51C82F24A5}"/>
          </ac:spMkLst>
        </pc:spChg>
        <pc:spChg chg="mod">
          <ac:chgData name="Wada, Ryuta/和田 龍太" userId="2d932581-5fbd-4652-aa43-e6a64ab27875" providerId="ADAL" clId="{4B1FBDFC-A3E9-4210-A2FC-3120DFF1B8CE}" dt="2023-10-11T04:24:30.398" v="818" actId="1076"/>
          <ac:spMkLst>
            <pc:docMk/>
            <pc:sldMk cId="931567769" sldId="281"/>
            <ac:spMk id="4" creationId="{00000000-0000-0000-0000-000000000000}"/>
          </ac:spMkLst>
        </pc:spChg>
      </pc:sldChg>
      <pc:sldChg chg="addSp delSp modSp add mod">
        <pc:chgData name="Wada, Ryuta/和田 龍太" userId="2d932581-5fbd-4652-aa43-e6a64ab27875" providerId="ADAL" clId="{4B1FBDFC-A3E9-4210-A2FC-3120DFF1B8CE}" dt="2023-10-11T04:33:27.565" v="830" actId="1076"/>
        <pc:sldMkLst>
          <pc:docMk/>
          <pc:sldMk cId="1031345007" sldId="282"/>
        </pc:sldMkLst>
        <pc:spChg chg="del">
          <ac:chgData name="Wada, Ryuta/和田 龍太" userId="2d932581-5fbd-4652-aa43-e6a64ab27875" providerId="ADAL" clId="{4B1FBDFC-A3E9-4210-A2FC-3120DFF1B8CE}" dt="2023-10-11T04:17:21.384" v="358" actId="478"/>
          <ac:spMkLst>
            <pc:docMk/>
            <pc:sldMk cId="1031345007" sldId="282"/>
            <ac:spMk id="2" creationId="{E603B90B-C807-1B1B-C898-48B7C3097FB4}"/>
          </ac:spMkLst>
        </pc:spChg>
        <pc:spChg chg="add mod">
          <ac:chgData name="Wada, Ryuta/和田 龍太" userId="2d932581-5fbd-4652-aa43-e6a64ab27875" providerId="ADAL" clId="{4B1FBDFC-A3E9-4210-A2FC-3120DFF1B8CE}" dt="2023-10-11T04:30:22.847" v="826" actId="1076"/>
          <ac:spMkLst>
            <pc:docMk/>
            <pc:sldMk cId="1031345007" sldId="282"/>
            <ac:spMk id="3" creationId="{BF8FCEB2-A351-9203-5C49-4974706CF8FA}"/>
          </ac:spMkLst>
        </pc:spChg>
        <pc:spChg chg="mod">
          <ac:chgData name="Wada, Ryuta/和田 龍太" userId="2d932581-5fbd-4652-aa43-e6a64ab27875" providerId="ADAL" clId="{4B1FBDFC-A3E9-4210-A2FC-3120DFF1B8CE}" dt="2023-10-11T04:30:19.951" v="825" actId="1076"/>
          <ac:spMkLst>
            <pc:docMk/>
            <pc:sldMk cId="1031345007" sldId="282"/>
            <ac:spMk id="4" creationId="{00000000-0000-0000-0000-000000000000}"/>
          </ac:spMkLst>
        </pc:spChg>
        <pc:spChg chg="mod">
          <ac:chgData name="Wada, Ryuta/和田 龍太" userId="2d932581-5fbd-4652-aa43-e6a64ab27875" providerId="ADAL" clId="{4B1FBDFC-A3E9-4210-A2FC-3120DFF1B8CE}" dt="2023-10-11T04:33:27.565" v="830" actId="1076"/>
          <ac:spMkLst>
            <pc:docMk/>
            <pc:sldMk cId="1031345007" sldId="282"/>
            <ac:spMk id="6" creationId="{00000000-0000-0000-0000-000000000000}"/>
          </ac:spMkLst>
        </pc:spChg>
        <pc:spChg chg="add mod">
          <ac:chgData name="Wada, Ryuta/和田 龍太" userId="2d932581-5fbd-4652-aa43-e6a64ab27875" providerId="ADAL" clId="{4B1FBDFC-A3E9-4210-A2FC-3120DFF1B8CE}" dt="2023-10-11T04:30:25.703" v="827" actId="1076"/>
          <ac:spMkLst>
            <pc:docMk/>
            <pc:sldMk cId="1031345007" sldId="282"/>
            <ac:spMk id="7" creationId="{9375E716-5E4E-8AE6-2E33-50668EAC49FC}"/>
          </ac:spMkLst>
        </pc:spChg>
        <pc:graphicFrameChg chg="del mod">
          <ac:chgData name="Wada, Ryuta/和田 龍太" userId="2d932581-5fbd-4652-aa43-e6a64ab27875" providerId="ADAL" clId="{4B1FBDFC-A3E9-4210-A2FC-3120DFF1B8CE}" dt="2023-10-11T04:13:12.842" v="4" actId="478"/>
          <ac:graphicFrameMkLst>
            <pc:docMk/>
            <pc:sldMk cId="1031345007" sldId="282"/>
            <ac:graphicFrameMk id="5" creationId="{00000000-0000-0000-0000-000000000000}"/>
          </ac:graphicFrameMkLst>
        </pc:graphicFrameChg>
      </pc:sldChg>
      <pc:sldChg chg="addSp delSp modSp new mod">
        <pc:chgData name="Wada, Ryuta/和田 龍太" userId="2d932581-5fbd-4652-aa43-e6a64ab27875" providerId="ADAL" clId="{4B1FBDFC-A3E9-4210-A2FC-3120DFF1B8CE}" dt="2023-10-11T04:48:37.281" v="1817" actId="20577"/>
        <pc:sldMkLst>
          <pc:docMk/>
          <pc:sldMk cId="748185382" sldId="283"/>
        </pc:sldMkLst>
        <pc:spChg chg="del">
          <ac:chgData name="Wada, Ryuta/和田 龍太" userId="2d932581-5fbd-4652-aa43-e6a64ab27875" providerId="ADAL" clId="{4B1FBDFC-A3E9-4210-A2FC-3120DFF1B8CE}" dt="2023-10-11T04:38:16.019" v="876" actId="478"/>
          <ac:spMkLst>
            <pc:docMk/>
            <pc:sldMk cId="748185382" sldId="283"/>
            <ac:spMk id="2" creationId="{7078C588-6D17-9E5E-72D1-A6FD48EB1F06}"/>
          </ac:spMkLst>
        </pc:spChg>
        <pc:spChg chg="del">
          <ac:chgData name="Wada, Ryuta/和田 龍太" userId="2d932581-5fbd-4652-aa43-e6a64ab27875" providerId="ADAL" clId="{4B1FBDFC-A3E9-4210-A2FC-3120DFF1B8CE}" dt="2023-10-11T04:38:16.019" v="876" actId="478"/>
          <ac:spMkLst>
            <pc:docMk/>
            <pc:sldMk cId="748185382" sldId="283"/>
            <ac:spMk id="3" creationId="{B7957B65-28F0-37C8-5636-31B04798039E}"/>
          </ac:spMkLst>
        </pc:spChg>
        <pc:spChg chg="add mod">
          <ac:chgData name="Wada, Ryuta/和田 龍太" userId="2d932581-5fbd-4652-aa43-e6a64ab27875" providerId="ADAL" clId="{4B1FBDFC-A3E9-4210-A2FC-3120DFF1B8CE}" dt="2023-10-11T04:40:10.555" v="1185" actId="14100"/>
          <ac:spMkLst>
            <pc:docMk/>
            <pc:sldMk cId="748185382" sldId="283"/>
            <ac:spMk id="4" creationId="{B1CD3AEC-36E1-A6D6-29EF-E5DD64F6522C}"/>
          </ac:spMkLst>
        </pc:spChg>
        <pc:spChg chg="add mod">
          <ac:chgData name="Wada, Ryuta/和田 龍太" userId="2d932581-5fbd-4652-aa43-e6a64ab27875" providerId="ADAL" clId="{4B1FBDFC-A3E9-4210-A2FC-3120DFF1B8CE}" dt="2023-10-11T04:48:37.281" v="1817" actId="20577"/>
          <ac:spMkLst>
            <pc:docMk/>
            <pc:sldMk cId="748185382" sldId="283"/>
            <ac:spMk id="5" creationId="{4B482FF2-21DA-B941-3452-AD197430BB0A}"/>
          </ac:spMkLst>
        </pc:spChg>
        <pc:spChg chg="add mod">
          <ac:chgData name="Wada, Ryuta/和田 龍太" userId="2d932581-5fbd-4652-aa43-e6a64ab27875" providerId="ADAL" clId="{4B1FBDFC-A3E9-4210-A2FC-3120DFF1B8CE}" dt="2023-10-11T04:45:47.541" v="1706" actId="1076"/>
          <ac:spMkLst>
            <pc:docMk/>
            <pc:sldMk cId="748185382" sldId="283"/>
            <ac:spMk id="7" creationId="{730FF117-25EC-ADB5-D0EF-C30537DDAD87}"/>
          </ac:spMkLst>
        </pc:spChg>
        <pc:spChg chg="add mod">
          <ac:chgData name="Wada, Ryuta/和田 龍太" userId="2d932581-5fbd-4652-aa43-e6a64ab27875" providerId="ADAL" clId="{4B1FBDFC-A3E9-4210-A2FC-3120DFF1B8CE}" dt="2023-10-11T04:46:03.246" v="1708" actId="1076"/>
          <ac:spMkLst>
            <pc:docMk/>
            <pc:sldMk cId="748185382" sldId="283"/>
            <ac:spMk id="8" creationId="{69315884-DD16-1FC4-8D89-D7AC8F023C97}"/>
          </ac:spMkLst>
        </pc:spChg>
        <pc:spChg chg="add mod">
          <ac:chgData name="Wada, Ryuta/和田 龍太" userId="2d932581-5fbd-4652-aa43-e6a64ab27875" providerId="ADAL" clId="{4B1FBDFC-A3E9-4210-A2FC-3120DFF1B8CE}" dt="2023-10-11T04:45:53.637" v="1707" actId="1076"/>
          <ac:spMkLst>
            <pc:docMk/>
            <pc:sldMk cId="748185382" sldId="283"/>
            <ac:spMk id="9" creationId="{28DFF9D0-0B8C-5AA9-53BD-16E278189AC0}"/>
          </ac:spMkLst>
        </pc:spChg>
        <pc:picChg chg="add mod">
          <ac:chgData name="Wada, Ryuta/和田 龍太" userId="2d932581-5fbd-4652-aa43-e6a64ab27875" providerId="ADAL" clId="{4B1FBDFC-A3E9-4210-A2FC-3120DFF1B8CE}" dt="2023-10-11T04:45:37.493" v="1701" actId="1076"/>
          <ac:picMkLst>
            <pc:docMk/>
            <pc:sldMk cId="748185382" sldId="283"/>
            <ac:picMk id="6" creationId="{B9916051-272C-4E51-6A46-6159DE1B958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CE012A-F288-4F7F-9639-2CB4D23FBDE1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855AF-A834-4613-87D4-317AED1000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7972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855AF-A834-4613-87D4-317AED10000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1738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70DF7-0626-4071-B585-8AB154594AA2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661E-CF6E-444B-8A7A-2F0FD48FA5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8921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70DF7-0626-4071-B585-8AB154594AA2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661E-CF6E-444B-8A7A-2F0FD48FA5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716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70DF7-0626-4071-B585-8AB154594AA2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661E-CF6E-444B-8A7A-2F0FD48FA5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671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70DF7-0626-4071-B585-8AB154594AA2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661E-CF6E-444B-8A7A-2F0FD48FA5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2497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70DF7-0626-4071-B585-8AB154594AA2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661E-CF6E-444B-8A7A-2F0FD48FA5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2157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70DF7-0626-4071-B585-8AB154594AA2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661E-CF6E-444B-8A7A-2F0FD48FA5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1873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70DF7-0626-4071-B585-8AB154594AA2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661E-CF6E-444B-8A7A-2F0FD48FA5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9151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70DF7-0626-4071-B585-8AB154594AA2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661E-CF6E-444B-8A7A-2F0FD48FA5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257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70DF7-0626-4071-B585-8AB154594AA2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661E-CF6E-444B-8A7A-2F0FD48FA5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2859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70DF7-0626-4071-B585-8AB154594AA2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661E-CF6E-444B-8A7A-2F0FD48FA5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0730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70DF7-0626-4071-B585-8AB154594AA2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A661E-CF6E-444B-8A7A-2F0FD48FA5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4147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34747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772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70DF7-0626-4071-B585-8AB154594AA2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A661E-CF6E-444B-8A7A-2F0FD48FA5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0050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0ADB5F6-DD25-2C7A-9F82-46DD09FF8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467" y="3815233"/>
            <a:ext cx="437197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6" descr="ｽﾎﾟｰﾂｾﾝﾀｰ全域図（改）05_A6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16" t="1457" b="3561"/>
          <a:stretch>
            <a:fillRect/>
          </a:stretch>
        </p:blipFill>
        <p:spPr bwMode="auto">
          <a:xfrm>
            <a:off x="51300" y="2674731"/>
            <a:ext cx="7315200" cy="412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テキスト ボックス 3"/>
          <p:cNvSpPr txBox="1"/>
          <p:nvPr/>
        </p:nvSpPr>
        <p:spPr>
          <a:xfrm>
            <a:off x="-51300" y="57945"/>
            <a:ext cx="130232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集合場所　</a:t>
            </a:r>
            <a:r>
              <a:rPr kumimoji="1" lang="en-US" altLang="ja-JP" sz="2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2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集合時刻は練習日ごとに変わりますので</a:t>
            </a:r>
            <a:r>
              <a:rPr kumimoji="1" lang="en-US" altLang="ja-JP" sz="2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BAND</a:t>
            </a:r>
            <a:r>
              <a:rPr lang="ja-JP" altLang="en-US" sz="2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案内</a:t>
            </a:r>
            <a:r>
              <a:rPr kumimoji="1" lang="ja-JP" altLang="en-US" sz="28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をご覧ください</a:t>
            </a:r>
            <a:endParaRPr kumimoji="1" lang="en-US" altLang="ja-JP" sz="28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トヨタスポーツセンター　プール横</a:t>
            </a:r>
            <a:endParaRPr kumimoji="1" lang="ja-JP" alt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テキスト ボックス 4">
            <a:extLst>
              <a:ext uri="{FF2B5EF4-FFF2-40B4-BE49-F238E27FC236}">
                <a16:creationId xmlns:a16="http://schemas.microsoft.com/office/drawing/2014/main" id="{00000000-0008-0000-0400-000005000000}"/>
              </a:ext>
            </a:extLst>
          </p:cNvPr>
          <p:cNvSpPr txBox="1"/>
          <p:nvPr/>
        </p:nvSpPr>
        <p:spPr>
          <a:xfrm>
            <a:off x="0" y="1255236"/>
            <a:ext cx="12041416" cy="1129639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住所　：</a:t>
            </a:r>
            <a:r>
              <a:rPr kumimoji="1"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〒４７０－０３４４　愛知県</a:t>
            </a: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豊田市保見町井ノ向５７－２３０</a:t>
            </a:r>
            <a:endParaRPr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車</a:t>
            </a:r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本社から車で約４０分　</a:t>
            </a:r>
            <a:r>
              <a:rPr lang="en-US" altLang="ja-JP" sz="1800" b="1" u="sng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800" b="1" u="sng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水曜夜は６０分かかります</a:t>
            </a:r>
            <a:endParaRPr lang="en-US" altLang="ja-JP" sz="1800" b="1" u="sng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【</a:t>
            </a:r>
            <a:r>
              <a:rPr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電車</a:t>
            </a:r>
            <a:r>
              <a:rPr kumimoji="1"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】</a:t>
            </a:r>
            <a:r>
              <a:rPr kumimoji="1" lang="ja-JP" altLang="en-US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名鉄　三好が丘駅から徒歩２０分</a:t>
            </a:r>
            <a:endParaRPr kumimoji="1" lang="en-US" altLang="ja-JP" sz="1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テキスト ボックス 4">
            <a:extLst>
              <a:ext uri="{FF2B5EF4-FFF2-40B4-BE49-F238E27FC236}">
                <a16:creationId xmlns:a16="http://schemas.microsoft.com/office/drawing/2014/main" id="{00000000-0008-0000-0400-000005000000}"/>
              </a:ext>
            </a:extLst>
          </p:cNvPr>
          <p:cNvSpPr txBox="1"/>
          <p:nvPr/>
        </p:nvSpPr>
        <p:spPr>
          <a:xfrm>
            <a:off x="51300" y="2512535"/>
            <a:ext cx="3133126" cy="439235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集合場所詳細</a:t>
            </a: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645088" y="1149972"/>
            <a:ext cx="4213448" cy="101566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車無い方送迎検討しますので</a:t>
            </a:r>
            <a:endParaRPr kumimoji="1" lang="en-US" altLang="ja-JP" sz="2000" b="1" dirty="0"/>
          </a:p>
          <a:p>
            <a:r>
              <a:rPr kumimoji="1" lang="ja-JP" altLang="en-US" sz="2000" b="1" dirty="0"/>
              <a:t>運営陣までご連絡下さい</a:t>
            </a:r>
            <a:endParaRPr kumimoji="1" lang="en-US" altLang="ja-JP" sz="2000" b="1" dirty="0"/>
          </a:p>
          <a:p>
            <a:r>
              <a:rPr lang="ja-JP" altLang="en-US" sz="2000" b="1" dirty="0"/>
              <a:t>（練習の２日前までの連絡希望）</a:t>
            </a:r>
            <a:endParaRPr kumimoji="1" lang="en-US" altLang="ja-JP" sz="2000" b="1" dirty="0"/>
          </a:p>
        </p:txBody>
      </p:sp>
      <p:sp>
        <p:nvSpPr>
          <p:cNvPr id="20" name="テキスト ボックス 9">
            <a:extLst>
              <a:ext uri="{FF2B5EF4-FFF2-40B4-BE49-F238E27FC236}">
                <a16:creationId xmlns:a16="http://schemas.microsoft.com/office/drawing/2014/main" id="{00000000-0008-0000-0300-00000F000000}"/>
              </a:ext>
            </a:extLst>
          </p:cNvPr>
          <p:cNvSpPr txBox="1"/>
          <p:nvPr/>
        </p:nvSpPr>
        <p:spPr>
          <a:xfrm>
            <a:off x="4994031" y="5892620"/>
            <a:ext cx="3501899" cy="9660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91440" tIns="45720" rIns="91440" bIns="45720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800" b="1" dirty="0">
                <a:solidFill>
                  <a:srgbClr val="FF0000"/>
                </a:solidFill>
              </a:rPr>
              <a:t>駐車場は</a:t>
            </a:r>
            <a:r>
              <a:rPr lang="ja-JP" altLang="en-US" sz="1800" b="1" dirty="0">
                <a:solidFill>
                  <a:srgbClr val="FF0000"/>
                </a:solidFill>
              </a:rPr>
              <a:t>必ず</a:t>
            </a:r>
            <a:endParaRPr lang="en-US" altLang="ja-JP" sz="1800" b="1" dirty="0">
              <a:solidFill>
                <a:srgbClr val="FF0000"/>
              </a:solidFill>
            </a:endParaRPr>
          </a:p>
          <a:p>
            <a:r>
              <a:rPr lang="ja-JP" altLang="en-US" sz="1800" b="1" dirty="0">
                <a:solidFill>
                  <a:srgbClr val="FF0000"/>
                </a:solidFill>
              </a:rPr>
              <a:t>正門横駐車場にとめる！</a:t>
            </a:r>
          </a:p>
          <a:p>
            <a:r>
              <a:rPr lang="ja-JP" altLang="en-US" sz="1800" b="1" dirty="0">
                <a:solidFill>
                  <a:srgbClr val="FF0000"/>
                </a:solidFill>
                <a:ea typeface="游ゴシック"/>
              </a:rPr>
              <a:t>（プール横まで徒歩５分強）</a:t>
            </a:r>
          </a:p>
        </p:txBody>
      </p:sp>
      <p:sp>
        <p:nvSpPr>
          <p:cNvPr id="22" name="Text Box 6">
            <a:extLst>
              <a:ext uri="{FF2B5EF4-FFF2-40B4-BE49-F238E27FC236}">
                <a16:creationId xmlns:a16="http://schemas.microsoft.com/office/drawing/2014/main" id="{9378D2AC-6071-43B8-B571-0F8D553F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4785" y="5275650"/>
            <a:ext cx="1152146" cy="388370"/>
          </a:xfrm>
          <a:prstGeom prst="rect">
            <a:avLst/>
          </a:prstGeom>
          <a:solidFill>
            <a:sysClr val="window" lastClr="FFFFFF"/>
          </a:solidFill>
          <a:ln>
            <a:noFill/>
          </a:ln>
        </p:spPr>
        <p:txBody>
          <a:bodyPr wrap="square" lIns="36576" tIns="18288" rIns="36576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ja-JP" altLang="en-US" sz="1400" b="1" dirty="0">
                <a:solidFill>
                  <a:srgbClr val="FF00FF"/>
                </a:solidFill>
                <a:latin typeface="ＭＳ Ｐゴシック"/>
                <a:ea typeface="ＭＳ Ｐゴシック"/>
              </a:rPr>
              <a:t>正門横駐車場</a:t>
            </a:r>
            <a:endParaRPr lang="ja-JP" altLang="en-US" sz="1400" b="1" i="0" u="none" strike="noStrike" baseline="0" dirty="0">
              <a:solidFill>
                <a:srgbClr val="FF00FF"/>
              </a:solidFill>
              <a:latin typeface="ＭＳ Ｐゴシック"/>
              <a:ea typeface="ＭＳ Ｐゴシック"/>
            </a:endParaRPr>
          </a:p>
        </p:txBody>
      </p:sp>
      <p:sp>
        <p:nvSpPr>
          <p:cNvPr id="2" name="矢印: 上 1">
            <a:extLst>
              <a:ext uri="{FF2B5EF4-FFF2-40B4-BE49-F238E27FC236}">
                <a16:creationId xmlns:a16="http://schemas.microsoft.com/office/drawing/2014/main" id="{F24AB953-3D59-4A6A-9350-C613438B4E96}"/>
              </a:ext>
            </a:extLst>
          </p:cNvPr>
          <p:cNvSpPr/>
          <p:nvPr/>
        </p:nvSpPr>
        <p:spPr>
          <a:xfrm>
            <a:off x="5945127" y="5664020"/>
            <a:ext cx="150873" cy="228600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9">
            <a:extLst>
              <a:ext uri="{FF2B5EF4-FFF2-40B4-BE49-F238E27FC236}">
                <a16:creationId xmlns:a16="http://schemas.microsoft.com/office/drawing/2014/main" id="{642450FD-388D-4D15-8542-544D21FC9534}"/>
              </a:ext>
            </a:extLst>
          </p:cNvPr>
          <p:cNvSpPr txBox="1"/>
          <p:nvPr/>
        </p:nvSpPr>
        <p:spPr>
          <a:xfrm>
            <a:off x="2303019" y="4806035"/>
            <a:ext cx="3974435" cy="3595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800" b="1" dirty="0">
                <a:solidFill>
                  <a:srgbClr val="FF0000"/>
                </a:solidFill>
              </a:rPr>
              <a:t>スポセン構内の駐車場は駐車禁止</a:t>
            </a:r>
            <a:endParaRPr kumimoji="1" lang="en-US" altLang="ja-JP" sz="1800" b="1" dirty="0">
              <a:solidFill>
                <a:srgbClr val="FF0000"/>
              </a:solidFill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EA30C9AE-116C-4659-9F4E-EE6C68F58A83}"/>
              </a:ext>
            </a:extLst>
          </p:cNvPr>
          <p:cNvCxnSpPr>
            <a:cxnSpLocks/>
          </p:cNvCxnSpPr>
          <p:nvPr/>
        </p:nvCxnSpPr>
        <p:spPr>
          <a:xfrm flipH="1" flipV="1">
            <a:off x="4249905" y="4481898"/>
            <a:ext cx="3766631" cy="28232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8">
            <a:extLst>
              <a:ext uri="{FF2B5EF4-FFF2-40B4-BE49-F238E27FC236}">
                <a16:creationId xmlns:a16="http://schemas.microsoft.com/office/drawing/2014/main" id="{F8501DE0-436F-496E-B41A-E0A7877778C6}"/>
              </a:ext>
            </a:extLst>
          </p:cNvPr>
          <p:cNvSpPr txBox="1"/>
          <p:nvPr/>
        </p:nvSpPr>
        <p:spPr>
          <a:xfrm>
            <a:off x="9391374" y="4757864"/>
            <a:ext cx="2800626" cy="65928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b="1" dirty="0">
                <a:solidFill>
                  <a:srgbClr val="FF0000"/>
                </a:solidFill>
              </a:rPr>
              <a:t>★この辺り</a:t>
            </a:r>
            <a:endParaRPr kumimoji="1" lang="en-US" altLang="ja-JP" sz="1800" b="1" dirty="0">
              <a:solidFill>
                <a:srgbClr val="FF0000"/>
              </a:solidFill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C745760-AF70-4CFF-91EB-0B3BEF4CB037}"/>
              </a:ext>
            </a:extLst>
          </p:cNvPr>
          <p:cNvSpPr/>
          <p:nvPr/>
        </p:nvSpPr>
        <p:spPr>
          <a:xfrm>
            <a:off x="3896751" y="4239140"/>
            <a:ext cx="346775" cy="5187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2045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59B75D2-A118-4BF0-AE28-B5CF3C150158}"/>
              </a:ext>
            </a:extLst>
          </p:cNvPr>
          <p:cNvSpPr txBox="1"/>
          <p:nvPr/>
        </p:nvSpPr>
        <p:spPr>
          <a:xfrm>
            <a:off x="-51300" y="57945"/>
            <a:ext cx="13023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正門横駐車場詳細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DD4935C-5AC7-46A1-ABA1-FD4249B60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20" y="507569"/>
            <a:ext cx="11220773" cy="292143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D224E34-B7E5-4C22-9C60-92F13A827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11" y="3618854"/>
            <a:ext cx="11065790" cy="3239146"/>
          </a:xfrm>
          <a:prstGeom prst="rect">
            <a:avLst/>
          </a:prstGeom>
        </p:spPr>
      </p:pic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80F6CD69-D2D8-9E5D-2517-50C25DEF8236}"/>
              </a:ext>
            </a:extLst>
          </p:cNvPr>
          <p:cNvSpPr/>
          <p:nvPr/>
        </p:nvSpPr>
        <p:spPr>
          <a:xfrm>
            <a:off x="6414869" y="4293704"/>
            <a:ext cx="4398906" cy="1113183"/>
          </a:xfrm>
          <a:custGeom>
            <a:avLst/>
            <a:gdLst>
              <a:gd name="connsiteX0" fmla="*/ 66261 w 4306957"/>
              <a:gd name="connsiteY0" fmla="*/ 278296 h 1113183"/>
              <a:gd name="connsiteX1" fmla="*/ 79513 w 4306957"/>
              <a:gd name="connsiteY1" fmla="*/ 689113 h 1113183"/>
              <a:gd name="connsiteX2" fmla="*/ 450574 w 4306957"/>
              <a:gd name="connsiteY2" fmla="*/ 1007166 h 1113183"/>
              <a:gd name="connsiteX3" fmla="*/ 622853 w 4306957"/>
              <a:gd name="connsiteY3" fmla="*/ 1007166 h 1113183"/>
              <a:gd name="connsiteX4" fmla="*/ 1431235 w 4306957"/>
              <a:gd name="connsiteY4" fmla="*/ 927653 h 1113183"/>
              <a:gd name="connsiteX5" fmla="*/ 2438400 w 4306957"/>
              <a:gd name="connsiteY5" fmla="*/ 914400 h 1113183"/>
              <a:gd name="connsiteX6" fmla="*/ 3498574 w 4306957"/>
              <a:gd name="connsiteY6" fmla="*/ 914400 h 1113183"/>
              <a:gd name="connsiteX7" fmla="*/ 4187687 w 4306957"/>
              <a:gd name="connsiteY7" fmla="*/ 1086679 h 1113183"/>
              <a:gd name="connsiteX8" fmla="*/ 4306957 w 4306957"/>
              <a:gd name="connsiteY8" fmla="*/ 1113183 h 1113183"/>
              <a:gd name="connsiteX9" fmla="*/ 4280453 w 4306957"/>
              <a:gd name="connsiteY9" fmla="*/ 755374 h 1113183"/>
              <a:gd name="connsiteX10" fmla="*/ 4147931 w 4306957"/>
              <a:gd name="connsiteY10" fmla="*/ 702366 h 1113183"/>
              <a:gd name="connsiteX11" fmla="*/ 3578087 w 4306957"/>
              <a:gd name="connsiteY11" fmla="*/ 490331 h 1113183"/>
              <a:gd name="connsiteX12" fmla="*/ 2915479 w 4306957"/>
              <a:gd name="connsiteY12" fmla="*/ 331305 h 1113183"/>
              <a:gd name="connsiteX13" fmla="*/ 1948070 w 4306957"/>
              <a:gd name="connsiteY13" fmla="*/ 119270 h 1113183"/>
              <a:gd name="connsiteX14" fmla="*/ 1007166 w 4306957"/>
              <a:gd name="connsiteY14" fmla="*/ 26505 h 1113183"/>
              <a:gd name="connsiteX15" fmla="*/ 344557 w 4306957"/>
              <a:gd name="connsiteY15" fmla="*/ 0 h 1113183"/>
              <a:gd name="connsiteX16" fmla="*/ 66261 w 4306957"/>
              <a:gd name="connsiteY16" fmla="*/ 159026 h 1113183"/>
              <a:gd name="connsiteX17" fmla="*/ 0 w 4306957"/>
              <a:gd name="connsiteY17" fmla="*/ 424070 h 1113183"/>
              <a:gd name="connsiteX18" fmla="*/ 79513 w 4306957"/>
              <a:gd name="connsiteY18" fmla="*/ 331305 h 1113183"/>
              <a:gd name="connsiteX19" fmla="*/ 92766 w 4306957"/>
              <a:gd name="connsiteY19" fmla="*/ 702366 h 1113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306957" h="1113183">
                <a:moveTo>
                  <a:pt x="66261" y="278296"/>
                </a:moveTo>
                <a:lnTo>
                  <a:pt x="79513" y="689113"/>
                </a:lnTo>
                <a:lnTo>
                  <a:pt x="450574" y="1007166"/>
                </a:lnTo>
                <a:lnTo>
                  <a:pt x="622853" y="1007166"/>
                </a:lnTo>
                <a:lnTo>
                  <a:pt x="1431235" y="927653"/>
                </a:lnTo>
                <a:lnTo>
                  <a:pt x="2438400" y="914400"/>
                </a:lnTo>
                <a:lnTo>
                  <a:pt x="3498574" y="914400"/>
                </a:lnTo>
                <a:lnTo>
                  <a:pt x="4187687" y="1086679"/>
                </a:lnTo>
                <a:lnTo>
                  <a:pt x="4306957" y="1113183"/>
                </a:lnTo>
                <a:lnTo>
                  <a:pt x="4280453" y="755374"/>
                </a:lnTo>
                <a:cubicBezTo>
                  <a:pt x="4155257" y="713643"/>
                  <a:pt x="4190816" y="745251"/>
                  <a:pt x="4147931" y="702366"/>
                </a:cubicBezTo>
                <a:lnTo>
                  <a:pt x="3578087" y="490331"/>
                </a:lnTo>
                <a:lnTo>
                  <a:pt x="2915479" y="331305"/>
                </a:lnTo>
                <a:lnTo>
                  <a:pt x="1948070" y="119270"/>
                </a:lnTo>
                <a:lnTo>
                  <a:pt x="1007166" y="26505"/>
                </a:lnTo>
                <a:lnTo>
                  <a:pt x="344557" y="0"/>
                </a:lnTo>
                <a:lnTo>
                  <a:pt x="66261" y="159026"/>
                </a:lnTo>
                <a:lnTo>
                  <a:pt x="0" y="424070"/>
                </a:lnTo>
                <a:lnTo>
                  <a:pt x="79513" y="331305"/>
                </a:lnTo>
                <a:lnTo>
                  <a:pt x="92766" y="702366"/>
                </a:lnTo>
              </a:path>
            </a:pathLst>
          </a:custGeom>
          <a:pattFill prst="dkDnDi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E082126-F37E-B99F-F00C-860B568069FB}"/>
              </a:ext>
            </a:extLst>
          </p:cNvPr>
          <p:cNvSpPr txBox="1"/>
          <p:nvPr/>
        </p:nvSpPr>
        <p:spPr>
          <a:xfrm>
            <a:off x="6729178" y="4665629"/>
            <a:ext cx="329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ここは駐車禁止です！</a:t>
            </a:r>
          </a:p>
        </p:txBody>
      </p:sp>
    </p:spTree>
    <p:extLst>
      <p:ext uri="{BB962C8B-B14F-4D97-AF65-F5344CB8AC3E}">
        <p14:creationId xmlns:p14="http://schemas.microsoft.com/office/powerpoint/2010/main" val="2567781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245159"/>
            <a:ext cx="8496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10/5(</a:t>
            </a:r>
            <a:r>
              <a:rPr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土</a:t>
            </a:r>
            <a:r>
              <a:rPr lang="en-US" altLang="ja-JP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　　練習当日のスケジュール</a:t>
            </a: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801352"/>
              </p:ext>
            </p:extLst>
          </p:nvPr>
        </p:nvGraphicFramePr>
        <p:xfrm>
          <a:off x="310481" y="949086"/>
          <a:ext cx="1132004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387">
                  <a:extLst>
                    <a:ext uri="{9D8B030D-6E8A-4147-A177-3AD203B41FA5}">
                      <a16:colId xmlns:a16="http://schemas.microsoft.com/office/drawing/2014/main" val="2991284886"/>
                    </a:ext>
                  </a:extLst>
                </a:gridCol>
                <a:gridCol w="2580310">
                  <a:extLst>
                    <a:ext uri="{9D8B030D-6E8A-4147-A177-3AD203B41FA5}">
                      <a16:colId xmlns:a16="http://schemas.microsoft.com/office/drawing/2014/main" val="1920936744"/>
                    </a:ext>
                  </a:extLst>
                </a:gridCol>
                <a:gridCol w="6609348">
                  <a:extLst>
                    <a:ext uri="{9D8B030D-6E8A-4147-A177-3AD203B41FA5}">
                      <a16:colId xmlns:a16="http://schemas.microsoft.com/office/drawing/2014/main" val="2519953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時刻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やること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894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集合・アップ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コース１周ゆっくり</a:t>
                      </a:r>
                      <a:r>
                        <a:rPr kumimoji="1" lang="en-US" altLang="ja-JP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jog</a:t>
                      </a:r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706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体操</a:t>
                      </a:r>
                      <a:r>
                        <a:rPr kumimoji="1" lang="en-US" altLang="ja-JP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/</a:t>
                      </a:r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水分補給等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幹事の方が準備してくれます</a:t>
                      </a:r>
                      <a:endParaRPr kumimoji="1" lang="en-US" altLang="ja-JP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500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7:30</a:t>
                      </a:r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タイムトライアル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・コースでタイム測定、時差スタート</a:t>
                      </a:r>
                      <a:endParaRPr kumimoji="1" lang="en-US" altLang="ja-JP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（マネいない場合は自身でタイム計測）</a:t>
                      </a:r>
                      <a:endParaRPr kumimoji="1" lang="en-US" altLang="ja-JP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389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8:30</a:t>
                      </a:r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クールダウン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60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8:45</a:t>
                      </a:r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解散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40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早退／居残り可　</a:t>
                      </a:r>
                      <a:r>
                        <a:rPr kumimoji="1" lang="en-US" altLang="ja-JP" sz="2400" b="1" u="none" dirty="0">
                          <a:solidFill>
                            <a:srgbClr val="FF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※</a:t>
                      </a:r>
                      <a:r>
                        <a:rPr kumimoji="1" lang="ja-JP" altLang="en-US" sz="2400" b="1" u="sng" dirty="0">
                          <a:solidFill>
                            <a:srgbClr val="FF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練習</a:t>
                      </a:r>
                      <a:r>
                        <a:rPr kumimoji="1" lang="en-US" altLang="ja-JP" sz="2400" b="1" u="sng" dirty="0">
                          <a:solidFill>
                            <a:srgbClr val="FF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/</a:t>
                      </a:r>
                      <a:r>
                        <a:rPr kumimoji="1" lang="ja-JP" altLang="en-US" sz="2400" b="1" u="sng" dirty="0">
                          <a:solidFill>
                            <a:srgbClr val="FF0000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駐車場利用時間に注意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49212"/>
                  </a:ext>
                </a:extLst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854366" y="5365885"/>
            <a:ext cx="11094977" cy="13234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持ち物　：</a:t>
            </a:r>
            <a:endParaRPr kumimoji="1" lang="en-US" altLang="ja-JP" sz="2000" b="1" dirty="0"/>
          </a:p>
          <a:p>
            <a:r>
              <a:rPr kumimoji="1" lang="ja-JP" altLang="en-US" sz="2000" b="1" dirty="0"/>
              <a:t>□走れる服装（</a:t>
            </a:r>
            <a:r>
              <a:rPr kumimoji="1" lang="en-US" altLang="ja-JP" sz="2000" b="1" dirty="0"/>
              <a:t>T</a:t>
            </a:r>
            <a:r>
              <a:rPr kumimoji="1" lang="ja-JP" altLang="en-US" sz="2000" b="1" dirty="0"/>
              <a:t>シャツ、短パン、シューズ、靴下）</a:t>
            </a:r>
            <a:endParaRPr kumimoji="1" lang="en-US" altLang="ja-JP" sz="2000" b="1" dirty="0"/>
          </a:p>
          <a:p>
            <a:r>
              <a:rPr lang="ja-JP" altLang="en-US" sz="2000" b="1" dirty="0"/>
              <a:t>□</a:t>
            </a:r>
            <a:r>
              <a:rPr kumimoji="1" lang="ja-JP" altLang="en-US" sz="2000" b="1" dirty="0"/>
              <a:t>タオル</a:t>
            </a:r>
            <a:r>
              <a:rPr lang="ja-JP" altLang="en-US" sz="2000" b="1" dirty="0"/>
              <a:t>・着替え・防寒着</a:t>
            </a:r>
            <a:endParaRPr lang="en-US" altLang="ja-JP" sz="2000" b="1" dirty="0"/>
          </a:p>
          <a:p>
            <a:r>
              <a:rPr kumimoji="1" lang="ja-JP" altLang="en-US" sz="2000" b="1" dirty="0"/>
              <a:t>□タイム計測できるもの（時計</a:t>
            </a:r>
            <a:r>
              <a:rPr kumimoji="1" lang="en-US" altLang="ja-JP" sz="2000" b="1" dirty="0"/>
              <a:t>/</a:t>
            </a:r>
            <a:r>
              <a:rPr kumimoji="1" lang="ja-JP" altLang="en-US" sz="2000" b="1" dirty="0"/>
              <a:t>スマホ等）　</a:t>
            </a:r>
            <a:r>
              <a:rPr kumimoji="1" lang="en-US" altLang="ja-JP" sz="2000" b="1" u="sng" dirty="0">
                <a:solidFill>
                  <a:srgbClr val="FF0000"/>
                </a:solidFill>
              </a:rPr>
              <a:t>※</a:t>
            </a:r>
            <a:r>
              <a:rPr kumimoji="1" lang="ja-JP" altLang="en-US" sz="2000" b="1" u="sng" dirty="0">
                <a:solidFill>
                  <a:srgbClr val="FF0000"/>
                </a:solidFill>
              </a:rPr>
              <a:t>貴重品は各自で管理ください</a:t>
            </a:r>
            <a:endParaRPr kumimoji="1" lang="en-US" altLang="ja-JP" sz="2000" b="1" u="sng" dirty="0">
              <a:solidFill>
                <a:srgbClr val="FF0000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603B90B-C807-1B1B-C898-48B7C3097FB4}"/>
              </a:ext>
            </a:extLst>
          </p:cNvPr>
          <p:cNvSpPr txBox="1"/>
          <p:nvPr/>
        </p:nvSpPr>
        <p:spPr>
          <a:xfrm>
            <a:off x="310481" y="4319250"/>
            <a:ext cx="84968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練習時間　　　　 ：</a:t>
            </a:r>
            <a:r>
              <a:rPr lang="en-US" altLang="ja-JP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7:15</a:t>
            </a:r>
            <a:r>
              <a:rPr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～</a:t>
            </a:r>
            <a:r>
              <a:rPr lang="en-US" altLang="ja-JP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9:30</a:t>
            </a:r>
          </a:p>
          <a:p>
            <a:r>
              <a:rPr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</a:rPr>
              <a:t>　 駐車場利用時間：</a:t>
            </a:r>
            <a:r>
              <a:rPr lang="en-US" altLang="ja-JP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6:50</a:t>
            </a:r>
            <a:r>
              <a:rPr lang="ja-JP" altLang="en-US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～</a:t>
            </a:r>
            <a:r>
              <a:rPr lang="en-US" altLang="ja-JP" sz="28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9:55</a:t>
            </a:r>
            <a:endParaRPr kumimoji="1" lang="en-US" altLang="ja-JP" sz="28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9536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0"/>
            <a:ext cx="1158535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u="sng" dirty="0">
                <a:latin typeface="Meiryo UI" panose="020B0604030504040204" pitchFamily="50" charset="-128"/>
                <a:ea typeface="Meiryo UI" panose="020B0604030504040204" pitchFamily="50" charset="-128"/>
              </a:rPr>
              <a:t>注意事項／感染対策等</a:t>
            </a:r>
            <a:endParaRPr lang="en-US" altLang="ja-JP" sz="3200" b="1" u="sng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■駐車場の場所は必ず厳守！！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ja-JP" altLang="en-US" sz="24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構内駐車場は利用禁止！　正門横駐車場を利用ください！！</a:t>
            </a:r>
            <a:endParaRPr lang="en-US" altLang="ja-JP" sz="2400" b="1" u="sng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■練習時間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駐車場の利用時間も必ず厳守！！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■駅伝練習ルール・マナー</a:t>
            </a: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ヶ条を守りましょう！！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ja-JP" altLang="en-US" sz="24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別紙資料を事前に確認下さい！！</a:t>
            </a:r>
            <a:endParaRPr lang="en-US" altLang="ja-JP" sz="2400" b="1" u="sng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■監視員が配置される為、節度ある行動をお願いします！！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ja-JP" altLang="en-US" sz="24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ルール違反があった場合は、大会への出場資格を失うおそれあり！！</a:t>
            </a:r>
            <a:endParaRPr lang="en-US" altLang="ja-JP" sz="2400" b="1" u="sng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■コンディションを整えてお越しください。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ja-JP" altLang="en-US" sz="24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著しい疲労や</a:t>
            </a:r>
            <a:r>
              <a:rPr kumimoji="1" lang="ja-JP" altLang="en-US" sz="24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睡眠不足、２日酔い、朝食無し等は避けましょう！</a:t>
            </a:r>
            <a:endParaRPr kumimoji="1" lang="en-US" altLang="ja-JP" sz="2400" b="1" u="sng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■感染リスクのある行動を控えていただくようお願いします。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　　</a:t>
            </a:r>
            <a:r>
              <a:rPr lang="ja-JP" altLang="en-US" sz="2400" b="1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便乗移動時は換気の実施、体調不良時は無理に参加しない等　</a:t>
            </a:r>
            <a:endParaRPr lang="en-US" altLang="ja-JP" sz="2400" b="1" u="sng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4FA1772-2E1B-62FB-5341-EA51C82F24A5}"/>
              </a:ext>
            </a:extLst>
          </p:cNvPr>
          <p:cNvSpPr txBox="1"/>
          <p:nvPr/>
        </p:nvSpPr>
        <p:spPr>
          <a:xfrm>
            <a:off x="117742" y="5360464"/>
            <a:ext cx="115853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solidFill>
                  <a:srgbClr val="FF0000"/>
                </a:solidFill>
              </a:rPr>
              <a:t>練習開始時間に遅れても構いません。</a:t>
            </a:r>
            <a:r>
              <a:rPr lang="ja-JP" altLang="en-US" sz="2800" b="1" dirty="0">
                <a:solidFill>
                  <a:srgbClr val="FF0000"/>
                </a:solidFill>
              </a:rPr>
              <a:t>交通ルールを遵守し、絶対に交通事故をおこさないよう、安全運転でお願いします。</a:t>
            </a:r>
            <a:endParaRPr kumimoji="1" lang="ja-JP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567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6" descr="ｽﾎﾟｰﾂｾﾝﾀｰ全域図（改）05_A6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16" t="1457" b="3561"/>
          <a:stretch>
            <a:fillRect/>
          </a:stretch>
        </p:blipFill>
        <p:spPr bwMode="auto">
          <a:xfrm>
            <a:off x="1781175" y="1033463"/>
            <a:ext cx="8496300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フリーフォーム 4"/>
          <p:cNvSpPr/>
          <p:nvPr/>
        </p:nvSpPr>
        <p:spPr>
          <a:xfrm>
            <a:off x="4371975" y="1776412"/>
            <a:ext cx="5695950" cy="2076450"/>
          </a:xfrm>
          <a:custGeom>
            <a:avLst/>
            <a:gdLst>
              <a:gd name="connsiteX0" fmla="*/ 1981200 w 5695950"/>
              <a:gd name="connsiteY0" fmla="*/ 676275 h 2076450"/>
              <a:gd name="connsiteX1" fmla="*/ 1981200 w 5695950"/>
              <a:gd name="connsiteY1" fmla="*/ 390525 h 2076450"/>
              <a:gd name="connsiteX2" fmla="*/ 1838325 w 5695950"/>
              <a:gd name="connsiteY2" fmla="*/ 276225 h 2076450"/>
              <a:gd name="connsiteX3" fmla="*/ 1685925 w 5695950"/>
              <a:gd name="connsiteY3" fmla="*/ 304800 h 2076450"/>
              <a:gd name="connsiteX4" fmla="*/ 1628775 w 5695950"/>
              <a:gd name="connsiteY4" fmla="*/ 342900 h 2076450"/>
              <a:gd name="connsiteX5" fmla="*/ 1533525 w 5695950"/>
              <a:gd name="connsiteY5" fmla="*/ 295275 h 2076450"/>
              <a:gd name="connsiteX6" fmla="*/ 1447800 w 5695950"/>
              <a:gd name="connsiteY6" fmla="*/ 257175 h 2076450"/>
              <a:gd name="connsiteX7" fmla="*/ 1419225 w 5695950"/>
              <a:gd name="connsiteY7" fmla="*/ 209550 h 2076450"/>
              <a:gd name="connsiteX8" fmla="*/ 1476375 w 5695950"/>
              <a:gd name="connsiteY8" fmla="*/ 95250 h 2076450"/>
              <a:gd name="connsiteX9" fmla="*/ 1733550 w 5695950"/>
              <a:gd name="connsiteY9" fmla="*/ 95250 h 2076450"/>
              <a:gd name="connsiteX10" fmla="*/ 1866900 w 5695950"/>
              <a:gd name="connsiteY10" fmla="*/ 66675 h 2076450"/>
              <a:gd name="connsiteX11" fmla="*/ 2095500 w 5695950"/>
              <a:gd name="connsiteY11" fmla="*/ 38100 h 2076450"/>
              <a:gd name="connsiteX12" fmla="*/ 2295525 w 5695950"/>
              <a:gd name="connsiteY12" fmla="*/ 95250 h 2076450"/>
              <a:gd name="connsiteX13" fmla="*/ 2428875 w 5695950"/>
              <a:gd name="connsiteY13" fmla="*/ 57150 h 2076450"/>
              <a:gd name="connsiteX14" fmla="*/ 2790825 w 5695950"/>
              <a:gd name="connsiteY14" fmla="*/ 0 h 2076450"/>
              <a:gd name="connsiteX15" fmla="*/ 3171825 w 5695950"/>
              <a:gd name="connsiteY15" fmla="*/ 66675 h 2076450"/>
              <a:gd name="connsiteX16" fmla="*/ 3676650 w 5695950"/>
              <a:gd name="connsiteY16" fmla="*/ 180975 h 2076450"/>
              <a:gd name="connsiteX17" fmla="*/ 3790950 w 5695950"/>
              <a:gd name="connsiteY17" fmla="*/ 504825 h 2076450"/>
              <a:gd name="connsiteX18" fmla="*/ 3819525 w 5695950"/>
              <a:gd name="connsiteY18" fmla="*/ 666750 h 2076450"/>
              <a:gd name="connsiteX19" fmla="*/ 3981450 w 5695950"/>
              <a:gd name="connsiteY19" fmla="*/ 762000 h 2076450"/>
              <a:gd name="connsiteX20" fmla="*/ 4362450 w 5695950"/>
              <a:gd name="connsiteY20" fmla="*/ 752475 h 2076450"/>
              <a:gd name="connsiteX21" fmla="*/ 4714875 w 5695950"/>
              <a:gd name="connsiteY21" fmla="*/ 847725 h 2076450"/>
              <a:gd name="connsiteX22" fmla="*/ 5181600 w 5695950"/>
              <a:gd name="connsiteY22" fmla="*/ 1104900 h 2076450"/>
              <a:gd name="connsiteX23" fmla="*/ 5400675 w 5695950"/>
              <a:gd name="connsiteY23" fmla="*/ 1381125 h 2076450"/>
              <a:gd name="connsiteX24" fmla="*/ 5695950 w 5695950"/>
              <a:gd name="connsiteY24" fmla="*/ 2057400 h 2076450"/>
              <a:gd name="connsiteX25" fmla="*/ 5133975 w 5695950"/>
              <a:gd name="connsiteY25" fmla="*/ 2076450 h 2076450"/>
              <a:gd name="connsiteX26" fmla="*/ 4714875 w 5695950"/>
              <a:gd name="connsiteY26" fmla="*/ 1990725 h 2076450"/>
              <a:gd name="connsiteX27" fmla="*/ 4352925 w 5695950"/>
              <a:gd name="connsiteY27" fmla="*/ 1733550 h 2076450"/>
              <a:gd name="connsiteX28" fmla="*/ 4010025 w 5695950"/>
              <a:gd name="connsiteY28" fmla="*/ 1676400 h 2076450"/>
              <a:gd name="connsiteX29" fmla="*/ 3562350 w 5695950"/>
              <a:gd name="connsiteY29" fmla="*/ 1657350 h 2076450"/>
              <a:gd name="connsiteX30" fmla="*/ 0 w 5695950"/>
              <a:gd name="connsiteY30" fmla="*/ 1657350 h 2076450"/>
              <a:gd name="connsiteX31" fmla="*/ 76200 w 5695950"/>
              <a:gd name="connsiteY31" fmla="*/ 1190625 h 2076450"/>
              <a:gd name="connsiteX32" fmla="*/ 228600 w 5695950"/>
              <a:gd name="connsiteY32" fmla="*/ 571500 h 2076450"/>
              <a:gd name="connsiteX33" fmla="*/ 409575 w 5695950"/>
              <a:gd name="connsiteY33" fmla="*/ 209550 h 2076450"/>
              <a:gd name="connsiteX34" fmla="*/ 771525 w 5695950"/>
              <a:gd name="connsiteY34" fmla="*/ 76200 h 2076450"/>
              <a:gd name="connsiteX35" fmla="*/ 1333500 w 5695950"/>
              <a:gd name="connsiteY35" fmla="*/ 85725 h 2076450"/>
              <a:gd name="connsiteX36" fmla="*/ 1457325 w 5695950"/>
              <a:gd name="connsiteY36" fmla="*/ 95250 h 2076450"/>
              <a:gd name="connsiteX37" fmla="*/ 1352550 w 5695950"/>
              <a:gd name="connsiteY37" fmla="*/ 285750 h 2076450"/>
              <a:gd name="connsiteX38" fmla="*/ 1600200 w 5695950"/>
              <a:gd name="connsiteY38" fmla="*/ 371475 h 2076450"/>
              <a:gd name="connsiteX39" fmla="*/ 1571625 w 5695950"/>
              <a:gd name="connsiteY39" fmla="*/ 723900 h 2076450"/>
              <a:gd name="connsiteX40" fmla="*/ 1552575 w 5695950"/>
              <a:gd name="connsiteY40" fmla="*/ 962025 h 2076450"/>
              <a:gd name="connsiteX41" fmla="*/ 1657350 w 5695950"/>
              <a:gd name="connsiteY41" fmla="*/ 1066800 h 2076450"/>
              <a:gd name="connsiteX42" fmla="*/ 1866900 w 5695950"/>
              <a:gd name="connsiteY42" fmla="*/ 1114425 h 2076450"/>
              <a:gd name="connsiteX43" fmla="*/ 2038350 w 5695950"/>
              <a:gd name="connsiteY43" fmla="*/ 971550 h 2076450"/>
              <a:gd name="connsiteX44" fmla="*/ 1981200 w 5695950"/>
              <a:gd name="connsiteY44" fmla="*/ 676275 h 2076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695950" h="2076450">
                <a:moveTo>
                  <a:pt x="1981200" y="676275"/>
                </a:moveTo>
                <a:lnTo>
                  <a:pt x="1981200" y="390525"/>
                </a:lnTo>
                <a:lnTo>
                  <a:pt x="1838325" y="276225"/>
                </a:lnTo>
                <a:lnTo>
                  <a:pt x="1685925" y="304800"/>
                </a:lnTo>
                <a:lnTo>
                  <a:pt x="1628775" y="342900"/>
                </a:lnTo>
                <a:lnTo>
                  <a:pt x="1533525" y="295275"/>
                </a:lnTo>
                <a:lnTo>
                  <a:pt x="1447800" y="257175"/>
                </a:lnTo>
                <a:lnTo>
                  <a:pt x="1419225" y="209550"/>
                </a:lnTo>
                <a:lnTo>
                  <a:pt x="1476375" y="95250"/>
                </a:lnTo>
                <a:lnTo>
                  <a:pt x="1733550" y="95250"/>
                </a:lnTo>
                <a:lnTo>
                  <a:pt x="1866900" y="66675"/>
                </a:lnTo>
                <a:lnTo>
                  <a:pt x="2095500" y="38100"/>
                </a:lnTo>
                <a:lnTo>
                  <a:pt x="2295525" y="95250"/>
                </a:lnTo>
                <a:lnTo>
                  <a:pt x="2428875" y="57150"/>
                </a:lnTo>
                <a:lnTo>
                  <a:pt x="2790825" y="0"/>
                </a:lnTo>
                <a:lnTo>
                  <a:pt x="3171825" y="66675"/>
                </a:lnTo>
                <a:lnTo>
                  <a:pt x="3676650" y="180975"/>
                </a:lnTo>
                <a:lnTo>
                  <a:pt x="3790950" y="504825"/>
                </a:lnTo>
                <a:lnTo>
                  <a:pt x="3819525" y="666750"/>
                </a:lnTo>
                <a:lnTo>
                  <a:pt x="3981450" y="762000"/>
                </a:lnTo>
                <a:lnTo>
                  <a:pt x="4362450" y="752475"/>
                </a:lnTo>
                <a:lnTo>
                  <a:pt x="4714875" y="847725"/>
                </a:lnTo>
                <a:lnTo>
                  <a:pt x="5181600" y="1104900"/>
                </a:lnTo>
                <a:lnTo>
                  <a:pt x="5400675" y="1381125"/>
                </a:lnTo>
                <a:lnTo>
                  <a:pt x="5695950" y="2057400"/>
                </a:lnTo>
                <a:lnTo>
                  <a:pt x="5133975" y="2076450"/>
                </a:lnTo>
                <a:lnTo>
                  <a:pt x="4714875" y="1990725"/>
                </a:lnTo>
                <a:lnTo>
                  <a:pt x="4352925" y="1733550"/>
                </a:lnTo>
                <a:lnTo>
                  <a:pt x="4010025" y="1676400"/>
                </a:lnTo>
                <a:lnTo>
                  <a:pt x="3562350" y="1657350"/>
                </a:lnTo>
                <a:lnTo>
                  <a:pt x="0" y="1657350"/>
                </a:lnTo>
                <a:lnTo>
                  <a:pt x="76200" y="1190625"/>
                </a:lnTo>
                <a:lnTo>
                  <a:pt x="228600" y="571500"/>
                </a:lnTo>
                <a:lnTo>
                  <a:pt x="409575" y="209550"/>
                </a:lnTo>
                <a:lnTo>
                  <a:pt x="771525" y="76200"/>
                </a:lnTo>
                <a:lnTo>
                  <a:pt x="1333500" y="85725"/>
                </a:lnTo>
                <a:lnTo>
                  <a:pt x="1457325" y="95250"/>
                </a:lnTo>
                <a:lnTo>
                  <a:pt x="1352550" y="285750"/>
                </a:lnTo>
                <a:lnTo>
                  <a:pt x="1600200" y="371475"/>
                </a:lnTo>
                <a:lnTo>
                  <a:pt x="1571625" y="723900"/>
                </a:lnTo>
                <a:lnTo>
                  <a:pt x="1552575" y="962025"/>
                </a:lnTo>
                <a:lnTo>
                  <a:pt x="1657350" y="1066800"/>
                </a:lnTo>
                <a:lnTo>
                  <a:pt x="1866900" y="1114425"/>
                </a:lnTo>
                <a:lnTo>
                  <a:pt x="2038350" y="971550"/>
                </a:lnTo>
                <a:lnTo>
                  <a:pt x="1981200" y="676275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/>
          </a:p>
        </p:txBody>
      </p:sp>
      <p:sp>
        <p:nvSpPr>
          <p:cNvPr id="6" name="星 5 5"/>
          <p:cNvSpPr/>
          <p:nvPr/>
        </p:nvSpPr>
        <p:spPr>
          <a:xfrm>
            <a:off x="6074455" y="2262186"/>
            <a:ext cx="615306" cy="504826"/>
          </a:xfrm>
          <a:prstGeom prst="star5">
            <a:avLst/>
          </a:prstGeom>
          <a:solidFill>
            <a:srgbClr val="FFFF00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/>
          </a:p>
        </p:txBody>
      </p:sp>
      <p:sp>
        <p:nvSpPr>
          <p:cNvPr id="7" name="星 5 6"/>
          <p:cNvSpPr/>
          <p:nvPr/>
        </p:nvSpPr>
        <p:spPr>
          <a:xfrm>
            <a:off x="9634923" y="3092922"/>
            <a:ext cx="433002" cy="414982"/>
          </a:xfrm>
          <a:prstGeom prst="star5">
            <a:avLst/>
          </a:prstGeom>
          <a:solidFill>
            <a:srgbClr val="FFFF00"/>
          </a:solidFill>
          <a:ln w="317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/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9730426" y="2680958"/>
            <a:ext cx="561208" cy="457002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>
              <a:defRPr sz="1000"/>
            </a:pPr>
            <a:r>
              <a:rPr lang="en-US" altLang="ja-JP" sz="2400" b="1" dirty="0">
                <a:latin typeface="ＭＳ Ｐゴシック"/>
                <a:ea typeface="ＭＳ Ｐゴシック"/>
              </a:rPr>
              <a:t>1km</a:t>
            </a:r>
            <a:endParaRPr lang="ja-JP" altLang="en-US" sz="2400" b="1" dirty="0">
              <a:latin typeface="ＭＳ Ｐゴシック"/>
              <a:ea typeface="ＭＳ Ｐゴシック"/>
            </a:endParaRPr>
          </a:p>
        </p:txBody>
      </p:sp>
      <p:sp>
        <p:nvSpPr>
          <p:cNvPr id="9" name="星 5 8"/>
          <p:cNvSpPr/>
          <p:nvPr/>
        </p:nvSpPr>
        <p:spPr>
          <a:xfrm>
            <a:off x="4583832" y="3137960"/>
            <a:ext cx="433002" cy="414982"/>
          </a:xfrm>
          <a:prstGeom prst="star5">
            <a:avLst/>
          </a:prstGeom>
          <a:solidFill>
            <a:srgbClr val="FFFF00"/>
          </a:solidFill>
          <a:ln w="3175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/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4519729" y="3537487"/>
            <a:ext cx="561208" cy="457002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>
              <a:defRPr sz="1000"/>
            </a:pPr>
            <a:r>
              <a:rPr lang="en-US" altLang="ja-JP" sz="2400" b="1" dirty="0">
                <a:latin typeface="ＭＳ Ｐゴシック"/>
                <a:ea typeface="ＭＳ Ｐゴシック"/>
              </a:rPr>
              <a:t>2km</a:t>
            </a:r>
            <a:endParaRPr lang="ja-JP" altLang="en-US" sz="2400" b="1" dirty="0">
              <a:latin typeface="ＭＳ Ｐゴシック"/>
              <a:ea typeface="ＭＳ Ｐゴシック"/>
            </a:endParaRPr>
          </a:p>
        </p:txBody>
      </p:sp>
      <p:cxnSp>
        <p:nvCxnSpPr>
          <p:cNvPr id="13" name="直線矢印コネクタ 12"/>
          <p:cNvCxnSpPr/>
          <p:nvPr/>
        </p:nvCxnSpPr>
        <p:spPr>
          <a:xfrm>
            <a:off x="7075214" y="1717095"/>
            <a:ext cx="527599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/>
          <p:cNvCxnSpPr>
            <a:stCxn id="5" idx="6"/>
          </p:cNvCxnSpPr>
          <p:nvPr/>
        </p:nvCxnSpPr>
        <p:spPr>
          <a:xfrm flipV="1">
            <a:off x="5819776" y="1900237"/>
            <a:ext cx="66675" cy="13335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/>
          <p:cNvCxnSpPr/>
          <p:nvPr/>
        </p:nvCxnSpPr>
        <p:spPr>
          <a:xfrm>
            <a:off x="5016834" y="1867971"/>
            <a:ext cx="450516" cy="3226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/>
          <p:cNvCxnSpPr/>
          <p:nvPr/>
        </p:nvCxnSpPr>
        <p:spPr>
          <a:xfrm flipH="1">
            <a:off x="5667376" y="1914111"/>
            <a:ext cx="43901" cy="13852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6924673" y="2586038"/>
            <a:ext cx="590552" cy="180975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>
              <a:defRPr sz="1000"/>
            </a:pPr>
            <a:r>
              <a:rPr lang="ja-JP" altLang="en-US" sz="900" b="1">
                <a:solidFill>
                  <a:sysClr val="windowText" lastClr="000000"/>
                </a:solidFill>
                <a:latin typeface="ＭＳ Ｐゴシック"/>
                <a:ea typeface="ＭＳ Ｐゴシック"/>
              </a:rPr>
              <a:t>体育館</a:t>
            </a:r>
          </a:p>
        </p:txBody>
      </p:sp>
      <p:cxnSp>
        <p:nvCxnSpPr>
          <p:cNvPr id="18" name="直線矢印コネクタ 17"/>
          <p:cNvCxnSpPr/>
          <p:nvPr/>
        </p:nvCxnSpPr>
        <p:spPr>
          <a:xfrm flipH="1" flipV="1">
            <a:off x="6496050" y="3481387"/>
            <a:ext cx="1158326" cy="434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2"/>
          <p:cNvSpPr txBox="1">
            <a:spLocks noChangeArrowheads="1"/>
          </p:cNvSpPr>
          <p:nvPr/>
        </p:nvSpPr>
        <p:spPr bwMode="auto">
          <a:xfrm>
            <a:off x="2285998" y="4452937"/>
            <a:ext cx="781053" cy="361951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00"/>
              </a:lnSpc>
              <a:defRPr sz="1000"/>
            </a:pPr>
            <a:r>
              <a:rPr lang="ja-JP" altLang="en-US" sz="900" b="1">
                <a:solidFill>
                  <a:sysClr val="windowText" lastClr="000000"/>
                </a:solidFill>
                <a:latin typeface="ＭＳ Ｐゴシック"/>
                <a:ea typeface="ＭＳ Ｐゴシック"/>
              </a:rPr>
              <a:t>三好丘駅側</a:t>
            </a:r>
            <a:endParaRPr lang="en-US" altLang="ja-JP" sz="900" b="1">
              <a:solidFill>
                <a:sysClr val="windowText" lastClr="000000"/>
              </a:solidFill>
              <a:latin typeface="ＭＳ Ｐゴシック"/>
              <a:ea typeface="ＭＳ Ｐゴシック"/>
            </a:endParaRPr>
          </a:p>
          <a:p>
            <a:pPr>
              <a:lnSpc>
                <a:spcPts val="1100"/>
              </a:lnSpc>
              <a:defRPr sz="1000"/>
            </a:pPr>
            <a:r>
              <a:rPr lang="ja-JP" altLang="en-US" sz="900" b="1">
                <a:solidFill>
                  <a:sysClr val="windowText" lastClr="000000"/>
                </a:solidFill>
                <a:latin typeface="ＭＳ Ｐゴシック"/>
                <a:ea typeface="ＭＳ Ｐゴシック"/>
              </a:rPr>
              <a:t>入り口</a:t>
            </a:r>
          </a:p>
        </p:txBody>
      </p:sp>
      <p:sp>
        <p:nvSpPr>
          <p:cNvPr id="20" name="Text Box 2"/>
          <p:cNvSpPr txBox="1">
            <a:spLocks noChangeArrowheads="1"/>
          </p:cNvSpPr>
          <p:nvPr/>
        </p:nvSpPr>
        <p:spPr bwMode="auto">
          <a:xfrm>
            <a:off x="3171826" y="2862263"/>
            <a:ext cx="561975" cy="43815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00"/>
              </a:lnSpc>
              <a:defRPr sz="1000"/>
            </a:pPr>
            <a:r>
              <a:rPr lang="ja-JP" altLang="en-US" sz="900" b="1">
                <a:solidFill>
                  <a:sysClr val="windowText" lastClr="000000"/>
                </a:solidFill>
                <a:latin typeface="ＭＳ Ｐゴシック"/>
                <a:ea typeface="ＭＳ Ｐゴシック"/>
              </a:rPr>
              <a:t>トヨタ工業学園高校</a:t>
            </a:r>
          </a:p>
        </p:txBody>
      </p:sp>
      <p:cxnSp>
        <p:nvCxnSpPr>
          <p:cNvPr id="21" name="直線矢印コネクタ 20"/>
          <p:cNvCxnSpPr/>
          <p:nvPr/>
        </p:nvCxnSpPr>
        <p:spPr>
          <a:xfrm flipH="1" flipV="1">
            <a:off x="6359799" y="1966913"/>
            <a:ext cx="50526" cy="342901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タイトル 2"/>
          <p:cNvSpPr txBox="1">
            <a:spLocks/>
          </p:cNvSpPr>
          <p:nvPr/>
        </p:nvSpPr>
        <p:spPr>
          <a:xfrm>
            <a:off x="1554743" y="0"/>
            <a:ext cx="9144000" cy="764704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kumimoji="1"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ja-JP" altLang="en-US" sz="4400" b="0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>
                  <a:reflection blurRad="76200" stA="50000" endPos="40000" dist="25400" dir="5400000" sy="-100000" algn="bl" rotWithShape="0"/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全社駅伝のｺｰｽ（ｽﾎﾟｾﾝ）</a:t>
            </a:r>
          </a:p>
        </p:txBody>
      </p:sp>
      <p:sp>
        <p:nvSpPr>
          <p:cNvPr id="23" name="Text Box 2"/>
          <p:cNvSpPr txBox="1">
            <a:spLocks noChangeArrowheads="1"/>
          </p:cNvSpPr>
          <p:nvPr/>
        </p:nvSpPr>
        <p:spPr bwMode="auto">
          <a:xfrm>
            <a:off x="6658742" y="2197770"/>
            <a:ext cx="1453483" cy="457002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>
              <a:defRPr sz="1000"/>
            </a:pPr>
            <a:r>
              <a:rPr lang="ja-JP" altLang="en-US" sz="2400" b="1" dirty="0">
                <a:latin typeface="ＭＳ Ｐゴシック"/>
                <a:ea typeface="ＭＳ Ｐゴシック"/>
              </a:rPr>
              <a:t>ｽﾀｰﾄ</a:t>
            </a:r>
          </a:p>
        </p:txBody>
      </p:sp>
      <p:cxnSp>
        <p:nvCxnSpPr>
          <p:cNvPr id="29" name="直線矢印コネクタ 28"/>
          <p:cNvCxnSpPr/>
          <p:nvPr/>
        </p:nvCxnSpPr>
        <p:spPr>
          <a:xfrm>
            <a:off x="8256241" y="2004739"/>
            <a:ext cx="263799" cy="42153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/>
          <p:cNvCxnSpPr/>
          <p:nvPr/>
        </p:nvCxnSpPr>
        <p:spPr>
          <a:xfrm flipV="1">
            <a:off x="4255931" y="2654773"/>
            <a:ext cx="131899" cy="755983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タイトル 2"/>
          <p:cNvSpPr txBox="1">
            <a:spLocks/>
          </p:cNvSpPr>
          <p:nvPr/>
        </p:nvSpPr>
        <p:spPr>
          <a:xfrm>
            <a:off x="1556962" y="5069845"/>
            <a:ext cx="9144000" cy="764704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kumimoji="1"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altLang="ja-JP" sz="4400" b="0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>
                  <a:reflection blurRad="76200" stA="50000" endPos="40000" dist="25400" dir="5400000" sy="-100000" algn="bl" rotWithShape="0"/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1</a:t>
            </a:r>
            <a:r>
              <a:rPr lang="ja-JP" altLang="en-US" sz="4400" b="0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>
                  <a:reflection blurRad="76200" stA="50000" endPos="40000" dist="25400" dir="5400000" sy="-100000" algn="bl" rotWithShape="0"/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周　２．８５ｋｍ</a:t>
            </a:r>
            <a:endParaRPr lang="en-US" altLang="ja-JP" sz="4400" b="0" dirty="0"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effectLst>
                <a:reflection blurRad="76200" stA="50000" endPos="40000" dist="25400" dir="5400000" sy="-100000" algn="bl" rotWithShape="0"/>
              </a:effectLst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6802758" y="1128921"/>
            <a:ext cx="145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登 </a:t>
            </a:r>
            <a:r>
              <a:rPr lang="en-US" altLang="ja-JP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300m</a:t>
            </a:r>
            <a:endParaRPr lang="ja-JP" altLang="en-US" dirty="0">
              <a:solidFill>
                <a:srgbClr val="FF0000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4486474" y="1221189"/>
            <a:ext cx="145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登 </a:t>
            </a:r>
            <a:r>
              <a:rPr lang="en-US" altLang="ja-JP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200m</a:t>
            </a:r>
            <a:endParaRPr lang="ja-JP" altLang="en-US" dirty="0">
              <a:solidFill>
                <a:srgbClr val="FF0000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6293125" y="3552942"/>
            <a:ext cx="122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7030A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下 </a:t>
            </a:r>
            <a:r>
              <a:rPr lang="en-US" altLang="ja-JP" dirty="0">
                <a:solidFill>
                  <a:srgbClr val="7030A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500m</a:t>
            </a:r>
            <a:endParaRPr lang="ja-JP" altLang="en-US" dirty="0">
              <a:solidFill>
                <a:srgbClr val="7030A0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8609386" y="4026286"/>
            <a:ext cx="1497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登  </a:t>
            </a:r>
            <a:r>
              <a:rPr lang="en-US" altLang="ja-JP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200m</a:t>
            </a:r>
            <a:endParaRPr lang="ja-JP" altLang="en-US" dirty="0">
              <a:solidFill>
                <a:srgbClr val="FF0000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cxnSp>
        <p:nvCxnSpPr>
          <p:cNvPr id="28" name="直線矢印コネクタ 27"/>
          <p:cNvCxnSpPr/>
          <p:nvPr/>
        </p:nvCxnSpPr>
        <p:spPr>
          <a:xfrm flipH="1" flipV="1">
            <a:off x="9264352" y="3994489"/>
            <a:ext cx="746678" cy="434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/>
          <p:cNvSpPr txBox="1"/>
          <p:nvPr/>
        </p:nvSpPr>
        <p:spPr>
          <a:xfrm>
            <a:off x="8540052" y="1867971"/>
            <a:ext cx="1497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7030A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下 </a:t>
            </a:r>
            <a:r>
              <a:rPr lang="en-US" altLang="ja-JP" dirty="0">
                <a:solidFill>
                  <a:srgbClr val="7030A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100m</a:t>
            </a:r>
            <a:endParaRPr lang="ja-JP" altLang="en-US" dirty="0">
              <a:solidFill>
                <a:srgbClr val="7030A0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3264373" y="2397680"/>
            <a:ext cx="122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7030A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下 </a:t>
            </a:r>
            <a:r>
              <a:rPr lang="en-US" altLang="ja-JP" dirty="0">
                <a:solidFill>
                  <a:srgbClr val="7030A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100m</a:t>
            </a:r>
            <a:endParaRPr lang="ja-JP" altLang="en-US" dirty="0">
              <a:solidFill>
                <a:srgbClr val="7030A0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13AB2A8-B382-4586-BEB3-A8243B1338E5}"/>
              </a:ext>
            </a:extLst>
          </p:cNvPr>
          <p:cNvSpPr txBox="1"/>
          <p:nvPr/>
        </p:nvSpPr>
        <p:spPr>
          <a:xfrm>
            <a:off x="775713" y="1257275"/>
            <a:ext cx="22537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登：上り坂</a:t>
            </a:r>
            <a:endParaRPr lang="en-US" altLang="ja-JP" sz="2400" dirty="0">
              <a:solidFill>
                <a:srgbClr val="FF0000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lang="ja-JP" altLang="en-US" sz="2400" dirty="0">
                <a:solidFill>
                  <a:srgbClr val="7030A0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下：下り坂</a:t>
            </a:r>
          </a:p>
        </p:txBody>
      </p:sp>
      <p:sp>
        <p:nvSpPr>
          <p:cNvPr id="3" name="吹き出し: 四角形 2">
            <a:extLst>
              <a:ext uri="{FF2B5EF4-FFF2-40B4-BE49-F238E27FC236}">
                <a16:creationId xmlns:a16="http://schemas.microsoft.com/office/drawing/2014/main" id="{0FB41EAC-97F6-A10A-E804-9C4FAF87E148}"/>
              </a:ext>
            </a:extLst>
          </p:cNvPr>
          <p:cNvSpPr/>
          <p:nvPr/>
        </p:nvSpPr>
        <p:spPr>
          <a:xfrm>
            <a:off x="8931965" y="530087"/>
            <a:ext cx="3167270" cy="1732099"/>
          </a:xfrm>
          <a:prstGeom prst="wedgeRectCallout">
            <a:avLst>
              <a:gd name="adj1" fmla="val -127945"/>
              <a:gd name="adj2" fmla="val 6061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10/5</a:t>
            </a:r>
            <a:r>
              <a:rPr kumimoji="1" lang="ja-JP" altLang="en-US" b="1" dirty="0"/>
              <a:t>時点はまだ競技場内は芝生工事でランニング禁止なので、練習は外周の</a:t>
            </a:r>
            <a:r>
              <a:rPr kumimoji="1" lang="en-US" altLang="ja-JP" b="1" dirty="0"/>
              <a:t>2.4km</a:t>
            </a:r>
            <a:r>
              <a:rPr kumimoji="1" lang="ja-JP" altLang="en-US" b="1" dirty="0"/>
              <a:t>コースになります（プール横に集合してそこをスタート＆ゴールにします）</a:t>
            </a:r>
          </a:p>
        </p:txBody>
      </p:sp>
    </p:spTree>
    <p:extLst>
      <p:ext uri="{BB962C8B-B14F-4D97-AF65-F5344CB8AC3E}">
        <p14:creationId xmlns:p14="http://schemas.microsoft.com/office/powerpoint/2010/main" val="1680579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1CD3AEC-36E1-A6D6-29EF-E5DD64F6522C}"/>
              </a:ext>
            </a:extLst>
          </p:cNvPr>
          <p:cNvSpPr txBox="1"/>
          <p:nvPr/>
        </p:nvSpPr>
        <p:spPr>
          <a:xfrm>
            <a:off x="225083" y="0"/>
            <a:ext cx="2729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その他情報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482FF2-21DA-B941-3452-AD197430BB0A}"/>
              </a:ext>
            </a:extLst>
          </p:cNvPr>
          <p:cNvSpPr txBox="1"/>
          <p:nvPr/>
        </p:nvSpPr>
        <p:spPr>
          <a:xfrm>
            <a:off x="225083" y="928468"/>
            <a:ext cx="1015687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・更衣室は無いため、着替えた状態での来場をお奨めします。</a:t>
            </a:r>
            <a:endParaRPr lang="en-US" altLang="ja-JP" sz="2400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r>
              <a:rPr lang="ja-JP" altLang="en-US" sz="2400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　終了後の着替えはトイレ等をご使用ください</a:t>
            </a:r>
            <a:endParaRPr lang="en-US" altLang="ja-JP" sz="2400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r>
              <a:rPr lang="ja-JP" altLang="en-US" sz="2400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　キレイ目なトイレは右地図</a:t>
            </a:r>
            <a:r>
              <a:rPr lang="ja-JP" altLang="en-US" sz="2400" dirty="0">
                <a:solidFill>
                  <a:srgbClr val="FF0000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★</a:t>
            </a:r>
            <a:r>
              <a:rPr lang="ja-JP" altLang="en-US" sz="2400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の位置にあります</a:t>
            </a:r>
            <a:endParaRPr lang="en-US" altLang="ja-JP" sz="2400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endParaRPr lang="en-US" altLang="ja-JP" sz="2400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r>
              <a:rPr lang="ja-JP" altLang="en-US" sz="2400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・貴重品は基本各自管理になります。大金やカード等はなるべく</a:t>
            </a:r>
            <a:endParaRPr lang="en-US" altLang="ja-JP" sz="2400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r>
              <a:rPr lang="ja-JP" altLang="en-US" sz="2400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　持ってこない事をお奨めします</a:t>
            </a:r>
            <a:endParaRPr lang="en-US" altLang="ja-JP" sz="2400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r>
              <a:rPr lang="ja-JP" altLang="en-US" sz="2400" dirty="0"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　（マネ・幹事が居るときは荷物見張っていただきます）</a:t>
            </a:r>
            <a:endParaRPr lang="en-US" altLang="ja-JP" sz="2400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  <a:p>
            <a:endParaRPr lang="en-US" altLang="ja-JP" sz="2400" dirty="0">
              <a:latin typeface="UD デジタル 教科書体 NP-B" panose="02020700000000000000" pitchFamily="18" charset="-128"/>
              <a:ea typeface="UD デジタル 教科書体 NP-B" panose="02020700000000000000" pitchFamily="18" charset="-128"/>
            </a:endParaRPr>
          </a:p>
        </p:txBody>
      </p:sp>
      <p:pic>
        <p:nvPicPr>
          <p:cNvPr id="6" name="Picture 16" descr="ｽﾎﾟｰﾂｾﾝﾀｰ全域図（改）05_A6">
            <a:extLst>
              <a:ext uri="{FF2B5EF4-FFF2-40B4-BE49-F238E27FC236}">
                <a16:creationId xmlns:a16="http://schemas.microsoft.com/office/drawing/2014/main" id="{B9916051-272C-4E51-6A46-6159DE1B95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46" t="12922" r="25169" b="42893"/>
          <a:stretch/>
        </p:blipFill>
        <p:spPr bwMode="auto">
          <a:xfrm>
            <a:off x="9367842" y="816321"/>
            <a:ext cx="2599075" cy="1943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30FF117-25EC-ADB5-D0EF-C30537DDAD87}"/>
              </a:ext>
            </a:extLst>
          </p:cNvPr>
          <p:cNvSpPr txBox="1"/>
          <p:nvPr/>
        </p:nvSpPr>
        <p:spPr>
          <a:xfrm>
            <a:off x="9251853" y="2081072"/>
            <a:ext cx="604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rgbClr val="FF0000"/>
                </a:solidFill>
              </a:rPr>
              <a:t>★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9315884-DD16-1FC4-8D89-D7AC8F023C97}"/>
              </a:ext>
            </a:extLst>
          </p:cNvPr>
          <p:cNvSpPr txBox="1"/>
          <p:nvPr/>
        </p:nvSpPr>
        <p:spPr>
          <a:xfrm>
            <a:off x="9367841" y="1202305"/>
            <a:ext cx="604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rgbClr val="FF0000"/>
                </a:solidFill>
              </a:rPr>
              <a:t>★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8DFF9D0-0B8C-5AA9-53BD-16E278189AC0}"/>
              </a:ext>
            </a:extLst>
          </p:cNvPr>
          <p:cNvSpPr txBox="1"/>
          <p:nvPr/>
        </p:nvSpPr>
        <p:spPr>
          <a:xfrm>
            <a:off x="10667379" y="1557852"/>
            <a:ext cx="604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solidFill>
                  <a:srgbClr val="FF0000"/>
                </a:solidFill>
              </a:rPr>
              <a:t>★</a:t>
            </a:r>
          </a:p>
        </p:txBody>
      </p:sp>
    </p:spTree>
    <p:extLst>
      <p:ext uri="{BB962C8B-B14F-4D97-AF65-F5344CB8AC3E}">
        <p14:creationId xmlns:p14="http://schemas.microsoft.com/office/powerpoint/2010/main" val="748185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A43775712445F4F82775BB460FB3292" ma:contentTypeVersion="18" ma:contentTypeDescription="新しいドキュメントを作成します。" ma:contentTypeScope="" ma:versionID="8e42fe8b183222c4c117a6db4a25b6c1">
  <xsd:schema xmlns:xsd="http://www.w3.org/2001/XMLSchema" xmlns:xs="http://www.w3.org/2001/XMLSchema" xmlns:p="http://schemas.microsoft.com/office/2006/metadata/properties" xmlns:ns2="6e9d908a-9f95-4997-80f1-3523e6bc2e19" xmlns:ns3="25ec1c44-e65e-43e7-94fb-6edd69e0929a" targetNamespace="http://schemas.microsoft.com/office/2006/metadata/properties" ma:root="true" ma:fieldsID="9e20836c3aff8573ef6390666352d87a" ns2:_="" ns3:_="">
    <xsd:import namespace="6e9d908a-9f95-4997-80f1-3523e6bc2e19"/>
    <xsd:import namespace="25ec1c44-e65e-43e7-94fb-6edd69e092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9d908a-9f95-4997-80f1-3523e6bc2e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画像タグ" ma:readOnly="false" ma:fieldId="{5cf76f15-5ced-4ddc-b409-7134ff3c332f}" ma:taxonomyMulti="true" ma:sspId="401df557-eeb5-435c-8d7c-77a7fa12a9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ec1c44-e65e-43e7-94fb-6edd69e0929a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7a44d82-081a-4791-bff5-ed16b6724170}" ma:internalName="TaxCatchAll" ma:showField="CatchAllData" ma:web="25ec1c44-e65e-43e7-94fb-6edd69e092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9d908a-9f95-4997-80f1-3523e6bc2e19">
      <Terms xmlns="http://schemas.microsoft.com/office/infopath/2007/PartnerControls"/>
    </lcf76f155ced4ddcb4097134ff3c332f>
    <TaxCatchAll xmlns="25ec1c44-e65e-43e7-94fb-6edd69e0929a" xsi:nil="true"/>
  </documentManagement>
</p:properties>
</file>

<file path=customXml/itemProps1.xml><?xml version="1.0" encoding="utf-8"?>
<ds:datastoreItem xmlns:ds="http://schemas.openxmlformats.org/officeDocument/2006/customXml" ds:itemID="{9AF09462-81F5-486A-8754-34210B7DDC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58CD2D-E665-458E-8565-EE802E900B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9d908a-9f95-4997-80f1-3523e6bc2e19"/>
    <ds:schemaRef ds:uri="25ec1c44-e65e-43e7-94fb-6edd69e092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97CE60C-A2F9-46D7-A32B-06C86B6E8F76}">
  <ds:schemaRefs>
    <ds:schemaRef ds:uri="http://schemas.microsoft.com/office/2006/metadata/properties"/>
    <ds:schemaRef ds:uri="http://schemas.openxmlformats.org/package/2006/metadata/core-properties"/>
    <ds:schemaRef ds:uri="6e9d908a-9f95-4997-80f1-3523e6bc2e19"/>
    <ds:schemaRef ds:uri="25ec1c44-e65e-43e7-94fb-6edd69e0929a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577</Words>
  <Application>Microsoft Office PowerPoint</Application>
  <PresentationFormat>ワイド画面</PresentationFormat>
  <Paragraphs>85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5" baseType="lpstr">
      <vt:lpstr>HGP創英角ﾎﾟｯﾌﾟ体</vt:lpstr>
      <vt:lpstr>Meiryo UI</vt:lpstr>
      <vt:lpstr>ＭＳ Ｐゴシック</vt:lpstr>
      <vt:lpstr>UD デジタル 教科書体 NP-B</vt:lpstr>
      <vt:lpstr>游ゴシック</vt:lpstr>
      <vt:lpstr>游ゴシック Light</vt:lpstr>
      <vt:lpstr>Arial</vt:lpstr>
      <vt:lpstr>Georgia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Wada, Ryuta/和田 龍太</dc:creator>
  <cp:lastModifiedBy>Wada, Ryuta/和田 龍太</cp:lastModifiedBy>
  <cp:revision>37</cp:revision>
  <dcterms:created xsi:type="dcterms:W3CDTF">2022-07-06T23:10:27Z</dcterms:created>
  <dcterms:modified xsi:type="dcterms:W3CDTF">2024-10-02T23:12:47Z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0x010100DA43775712445F4F82775BB460FB3292</vt:lpwstr>
  </property>
  <property fmtid="{D5CDD505-2E9C-101B-9397-08002B2CF9AE}" pid="3" name="Order">
    <vt:r8>629400</vt:r8>
  </property>
  <property fmtid="{D5CDD505-2E9C-101B-9397-08002B2CF9AE}" pid="4" name="MediaServiceImageTags">
    <vt:lpwstr/>
  </property>
</Properties>
</file>