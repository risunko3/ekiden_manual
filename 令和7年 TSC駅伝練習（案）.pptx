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4"/>
  </p:sldMasterIdLst>
  <p:notesMasterIdLst>
    <p:notesMasterId r:id="rId8"/>
  </p:notesMasterIdLst>
  <p:sldIdLst>
    <p:sldId id="342" r:id="rId5"/>
    <p:sldId id="340" r:id="rId6"/>
    <p:sldId id="341" r:id="rId7"/>
  </p:sldIdLst>
  <p:sldSz cx="12192000" cy="6858000"/>
  <p:notesSz cx="9144000" cy="6858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FF"/>
    <a:srgbClr val="FF99FF"/>
    <a:srgbClr val="FFFF99"/>
    <a:srgbClr val="66FFFF"/>
    <a:srgbClr val="E6E6E6"/>
    <a:srgbClr val="9900CC"/>
    <a:srgbClr val="800080"/>
    <a:srgbClr val="00FF00"/>
    <a:srgbClr val="FDF1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7252A3-7974-4492-AA2B-CCBE38E9924A}" v="32" dt="2025-05-07T17:08:18.038"/>
    <p1510:client id="{F7F0DBBA-619C-4E97-A21B-4E64FA630A34}" v="6" dt="2025-05-06T17:41:24.513"/>
  </p1510:revLst>
</p1510:revInfo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kata, Norihiko/中田 典彦" userId="980ea7df-8eed-497b-ad4c-e41815cdecf2" providerId="ADAL" clId="{8FCD6523-9BD1-4D47-A044-F12B8DFA00A8}"/>
    <pc:docChg chg="modSld">
      <pc:chgData name="Nakata, Norihiko/中田 典彦" userId="980ea7df-8eed-497b-ad4c-e41815cdecf2" providerId="ADAL" clId="{8FCD6523-9BD1-4D47-A044-F12B8DFA00A8}" dt="2025-05-06T17:47:10.949" v="61" actId="1076"/>
      <pc:docMkLst>
        <pc:docMk/>
      </pc:docMkLst>
      <pc:sldChg chg="modSp mod">
        <pc:chgData name="Nakata, Norihiko/中田 典彦" userId="980ea7df-8eed-497b-ad4c-e41815cdecf2" providerId="ADAL" clId="{8FCD6523-9BD1-4D47-A044-F12B8DFA00A8}" dt="2025-05-06T17:47:10.949" v="61" actId="1076"/>
        <pc:sldMkLst>
          <pc:docMk/>
          <pc:sldMk cId="841100052" sldId="341"/>
        </pc:sldMkLst>
        <pc:spChg chg="mod">
          <ac:chgData name="Nakata, Norihiko/中田 典彦" userId="980ea7df-8eed-497b-ad4c-e41815cdecf2" providerId="ADAL" clId="{8FCD6523-9BD1-4D47-A044-F12B8DFA00A8}" dt="2025-05-06T17:47:00.909" v="59" actId="1076"/>
          <ac:spMkLst>
            <pc:docMk/>
            <pc:sldMk cId="841100052" sldId="341"/>
            <ac:spMk id="21" creationId="{5795745B-87BE-F09B-1480-1BF7AB657847}"/>
          </ac:spMkLst>
        </pc:spChg>
        <pc:spChg chg="mod">
          <ac:chgData name="Nakata, Norihiko/中田 典彦" userId="980ea7df-8eed-497b-ad4c-e41815cdecf2" providerId="ADAL" clId="{8FCD6523-9BD1-4D47-A044-F12B8DFA00A8}" dt="2025-05-06T17:47:10.949" v="61" actId="1076"/>
          <ac:spMkLst>
            <pc:docMk/>
            <pc:sldMk cId="841100052" sldId="341"/>
            <ac:spMk id="25" creationId="{ACA5763A-E221-AE45-AE03-8F64BA76968D}"/>
          </ac:spMkLst>
        </pc:spChg>
      </pc:sldChg>
    </pc:docChg>
  </pc:docChgLst>
  <pc:docChgLst>
    <pc:chgData name="Tokinaga, Masayoshi/時永 真好" userId="70b655c5-9b06-4f31-ba70-5ad65eab141c" providerId="ADAL" clId="{5BE6C3ED-49EA-4D8E-86C6-CF3586B5DB09}"/>
    <pc:docChg chg="modSld">
      <pc:chgData name="Tokinaga, Masayoshi/時永 真好" userId="70b655c5-9b06-4f31-ba70-5ad65eab141c" providerId="ADAL" clId="{5BE6C3ED-49EA-4D8E-86C6-CF3586B5DB09}" dt="2025-03-16T04:44:36.852" v="57" actId="14100"/>
      <pc:docMkLst>
        <pc:docMk/>
      </pc:docMkLst>
      <pc:sldChg chg="addSp modSp mod">
        <pc:chgData name="Tokinaga, Masayoshi/時永 真好" userId="70b655c5-9b06-4f31-ba70-5ad65eab141c" providerId="ADAL" clId="{5BE6C3ED-49EA-4D8E-86C6-CF3586B5DB09}" dt="2025-03-16T04:44:21.707" v="55" actId="1076"/>
        <pc:sldMkLst>
          <pc:docMk/>
          <pc:sldMk cId="1309155222" sldId="340"/>
        </pc:sldMkLst>
        <pc:spChg chg="add mod">
          <ac:chgData name="Tokinaga, Masayoshi/時永 真好" userId="70b655c5-9b06-4f31-ba70-5ad65eab141c" providerId="ADAL" clId="{5BE6C3ED-49EA-4D8E-86C6-CF3586B5DB09}" dt="2025-03-16T04:44:21.707" v="55" actId="1076"/>
          <ac:spMkLst>
            <pc:docMk/>
            <pc:sldMk cId="1309155222" sldId="340"/>
            <ac:spMk id="6" creationId="{1ADFDF5E-0A42-47B2-6476-88C1C29B6B3A}"/>
          </ac:spMkLst>
        </pc:spChg>
      </pc:sldChg>
      <pc:sldChg chg="modSp mod">
        <pc:chgData name="Tokinaga, Masayoshi/時永 真好" userId="70b655c5-9b06-4f31-ba70-5ad65eab141c" providerId="ADAL" clId="{5BE6C3ED-49EA-4D8E-86C6-CF3586B5DB09}" dt="2025-03-16T04:44:36.852" v="57" actId="14100"/>
        <pc:sldMkLst>
          <pc:docMk/>
          <pc:sldMk cId="841100052" sldId="341"/>
        </pc:sldMkLst>
        <pc:spChg chg="mod">
          <ac:chgData name="Tokinaga, Masayoshi/時永 真好" userId="70b655c5-9b06-4f31-ba70-5ad65eab141c" providerId="ADAL" clId="{5BE6C3ED-49EA-4D8E-86C6-CF3586B5DB09}" dt="2025-03-16T04:44:36.852" v="57" actId="14100"/>
          <ac:spMkLst>
            <pc:docMk/>
            <pc:sldMk cId="841100052" sldId="341"/>
            <ac:spMk id="3" creationId="{2D324781-4DAF-FFC8-9E16-CA5860B3505B}"/>
          </ac:spMkLst>
        </pc:spChg>
      </pc:sldChg>
    </pc:docChg>
  </pc:docChgLst>
  <pc:docChgLst>
    <pc:chgData name="Imazaki, Tomoya/今崎 智也" userId="848bb4c6-b74c-4953-bba0-f0430f4f9f49" providerId="ADAL" clId="{E9835F61-0616-4F3B-8A5A-0F728216E6F1}"/>
    <pc:docChg chg="modSld sldOrd">
      <pc:chgData name="Imazaki, Tomoya/今崎 智也" userId="848bb4c6-b74c-4953-bba0-f0430f4f9f49" providerId="ADAL" clId="{E9835F61-0616-4F3B-8A5A-0F728216E6F1}" dt="2025-03-14T07:48:52.621" v="26" actId="1037"/>
      <pc:docMkLst>
        <pc:docMk/>
      </pc:docMkLst>
      <pc:sldChg chg="modSp mod">
        <pc:chgData name="Imazaki, Tomoya/今崎 智也" userId="848bb4c6-b74c-4953-bba0-f0430f4f9f49" providerId="ADAL" clId="{E9835F61-0616-4F3B-8A5A-0F728216E6F1}" dt="2025-03-14T07:48:52.621" v="26" actId="1037"/>
        <pc:sldMkLst>
          <pc:docMk/>
          <pc:sldMk cId="138076651" sldId="350"/>
        </pc:sldMkLst>
        <pc:cxnChg chg="mod">
          <ac:chgData name="Imazaki, Tomoya/今崎 智也" userId="848bb4c6-b74c-4953-bba0-f0430f4f9f49" providerId="ADAL" clId="{E9835F61-0616-4F3B-8A5A-0F728216E6F1}" dt="2025-03-14T07:48:52.621" v="26" actId="1037"/>
          <ac:cxnSpMkLst>
            <pc:docMk/>
            <pc:sldMk cId="138076651" sldId="350"/>
            <ac:cxnSpMk id="115" creationId="{E2CBA4CF-B737-9BB7-8503-3DBD018CDC32}"/>
          </ac:cxnSpMkLst>
        </pc:cxnChg>
      </pc:sldChg>
      <pc:sldChg chg="addSp modSp mod">
        <pc:chgData name="Imazaki, Tomoya/今崎 智也" userId="848bb4c6-b74c-4953-bba0-f0430f4f9f49" providerId="ADAL" clId="{E9835F61-0616-4F3B-8A5A-0F728216E6F1}" dt="2025-03-14T07:48:25.979" v="3" actId="1038"/>
        <pc:sldMkLst>
          <pc:docMk/>
          <pc:sldMk cId="2278080276" sldId="351"/>
        </pc:sldMkLst>
        <pc:spChg chg="add mod">
          <ac:chgData name="Imazaki, Tomoya/今崎 智也" userId="848bb4c6-b74c-4953-bba0-f0430f4f9f49" providerId="ADAL" clId="{E9835F61-0616-4F3B-8A5A-0F728216E6F1}" dt="2025-03-14T07:48:25.979" v="3" actId="1038"/>
          <ac:spMkLst>
            <pc:docMk/>
            <pc:sldMk cId="2278080276" sldId="351"/>
            <ac:spMk id="2" creationId="{06252A5C-D81A-E32C-73E9-08A10725CE4B}"/>
          </ac:spMkLst>
        </pc:spChg>
      </pc:sldChg>
      <pc:sldChg chg="ord">
        <pc:chgData name="Imazaki, Tomoya/今崎 智也" userId="848bb4c6-b74c-4953-bba0-f0430f4f9f49" providerId="ADAL" clId="{E9835F61-0616-4F3B-8A5A-0F728216E6F1}" dt="2025-03-14T07:47:41.183" v="1"/>
        <pc:sldMkLst>
          <pc:docMk/>
          <pc:sldMk cId="2785005727" sldId="352"/>
        </pc:sldMkLst>
      </pc:sldChg>
      <pc:sldChg chg="ord">
        <pc:chgData name="Imazaki, Tomoya/今崎 智也" userId="848bb4c6-b74c-4953-bba0-f0430f4f9f49" providerId="ADAL" clId="{E9835F61-0616-4F3B-8A5A-0F728216E6F1}" dt="2025-03-14T07:47:41.183" v="1"/>
        <pc:sldMkLst>
          <pc:docMk/>
          <pc:sldMk cId="4274814637" sldId="353"/>
        </pc:sldMkLst>
      </pc:sldChg>
      <pc:sldChg chg="ord">
        <pc:chgData name="Imazaki, Tomoya/今崎 智也" userId="848bb4c6-b74c-4953-bba0-f0430f4f9f49" providerId="ADAL" clId="{E9835F61-0616-4F3B-8A5A-0F728216E6F1}" dt="2025-03-14T07:47:41.183" v="1"/>
        <pc:sldMkLst>
          <pc:docMk/>
          <pc:sldMk cId="3234119211" sldId="354"/>
        </pc:sldMkLst>
      </pc:sldChg>
    </pc:docChg>
  </pc:docChgLst>
  <pc:docChgLst>
    <pc:chgData name="Nakata, Norihiko/中田 典彦" userId="980ea7df-8eed-497b-ad4c-e41815cdecf2" providerId="ADAL" clId="{5FC6F264-F39E-44EA-A424-F7F5A1515EE7}"/>
    <pc:docChg chg="undo custSel modSld">
      <pc:chgData name="Nakata, Norihiko/中田 典彦" userId="980ea7df-8eed-497b-ad4c-e41815cdecf2" providerId="ADAL" clId="{5FC6F264-F39E-44EA-A424-F7F5A1515EE7}" dt="2025-03-16T01:49:21.171" v="417"/>
      <pc:docMkLst>
        <pc:docMk/>
      </pc:docMkLst>
      <pc:sldChg chg="modSp mod">
        <pc:chgData name="Nakata, Norihiko/中田 典彦" userId="980ea7df-8eed-497b-ad4c-e41815cdecf2" providerId="ADAL" clId="{5FC6F264-F39E-44EA-A424-F7F5A1515EE7}" dt="2025-03-16T01:49:21.171" v="417"/>
        <pc:sldMkLst>
          <pc:docMk/>
          <pc:sldMk cId="4197382440" sldId="339"/>
        </pc:sldMkLst>
        <pc:spChg chg="mod">
          <ac:chgData name="Nakata, Norihiko/中田 典彦" userId="980ea7df-8eed-497b-ad4c-e41815cdecf2" providerId="ADAL" clId="{5FC6F264-F39E-44EA-A424-F7F5A1515EE7}" dt="2025-03-16T01:24:19.332" v="12" actId="20577"/>
          <ac:spMkLst>
            <pc:docMk/>
            <pc:sldMk cId="4197382440" sldId="339"/>
            <ac:spMk id="17" creationId="{19814A66-AA89-4EB7-5D43-462CDA80B384}"/>
          </ac:spMkLst>
        </pc:spChg>
        <pc:grpChg chg="mod">
          <ac:chgData name="Nakata, Norihiko/中田 典彦" userId="980ea7df-8eed-497b-ad4c-e41815cdecf2" providerId="ADAL" clId="{5FC6F264-F39E-44EA-A424-F7F5A1515EE7}" dt="2025-03-16T01:25:25.763" v="16" actId="1076"/>
          <ac:grpSpMkLst>
            <pc:docMk/>
            <pc:sldMk cId="4197382440" sldId="339"/>
            <ac:grpSpMk id="16" creationId="{5CD6DE9F-E4F8-EC0D-C7AC-5C88AA51E608}"/>
          </ac:grpSpMkLst>
        </pc:grpChg>
        <pc:graphicFrameChg chg="mod">
          <ac:chgData name="Nakata, Norihiko/中田 典彦" userId="980ea7df-8eed-497b-ad4c-e41815cdecf2" providerId="ADAL" clId="{5FC6F264-F39E-44EA-A424-F7F5A1515EE7}" dt="2025-03-16T01:49:21.171" v="417"/>
          <ac:graphicFrameMkLst>
            <pc:docMk/>
            <pc:sldMk cId="4197382440" sldId="339"/>
            <ac:graphicFrameMk id="13" creationId="{545F0DDE-A70E-A938-F76A-239971D3B18D}"/>
          </ac:graphicFrameMkLst>
        </pc:graphicFrameChg>
      </pc:sldChg>
      <pc:sldChg chg="addSp delSp modSp mod">
        <pc:chgData name="Nakata, Norihiko/中田 典彦" userId="980ea7df-8eed-497b-ad4c-e41815cdecf2" providerId="ADAL" clId="{5FC6F264-F39E-44EA-A424-F7F5A1515EE7}" dt="2025-03-16T01:44:42.864" v="414"/>
        <pc:sldMkLst>
          <pc:docMk/>
          <pc:sldMk cId="1309155222" sldId="340"/>
        </pc:sldMkLst>
        <pc:spChg chg="add mod">
          <ac:chgData name="Nakata, Norihiko/中田 典彦" userId="980ea7df-8eed-497b-ad4c-e41815cdecf2" providerId="ADAL" clId="{5FC6F264-F39E-44EA-A424-F7F5A1515EE7}" dt="2025-03-16T01:40:34.937" v="182" actId="208"/>
          <ac:spMkLst>
            <pc:docMk/>
            <pc:sldMk cId="1309155222" sldId="340"/>
            <ac:spMk id="4" creationId="{40F8BA12-EFD2-E3EA-5810-F163BDDE48DC}"/>
          </ac:spMkLst>
        </pc:spChg>
        <pc:spChg chg="add del mod">
          <ac:chgData name="Nakata, Norihiko/中田 典彦" userId="980ea7df-8eed-497b-ad4c-e41815cdecf2" providerId="ADAL" clId="{5FC6F264-F39E-44EA-A424-F7F5A1515EE7}" dt="2025-03-16T01:40:45.230" v="183" actId="478"/>
          <ac:spMkLst>
            <pc:docMk/>
            <pc:sldMk cId="1309155222" sldId="340"/>
            <ac:spMk id="6" creationId="{51096292-58A3-C3EA-A74D-607ED6EB0C2F}"/>
          </ac:spMkLst>
        </pc:spChg>
        <pc:spChg chg="add mod">
          <ac:chgData name="Nakata, Norihiko/中田 典彦" userId="980ea7df-8eed-497b-ad4c-e41815cdecf2" providerId="ADAL" clId="{5FC6F264-F39E-44EA-A424-F7F5A1515EE7}" dt="2025-03-16T01:44:42.864" v="414"/>
          <ac:spMkLst>
            <pc:docMk/>
            <pc:sldMk cId="1309155222" sldId="340"/>
            <ac:spMk id="7" creationId="{8BE2E913-3EB7-DCAB-AF2A-623F40AAA377}"/>
          </ac:spMkLst>
        </pc:spChg>
      </pc:sldChg>
      <pc:sldChg chg="addSp modSp mod">
        <pc:chgData name="Nakata, Norihiko/中田 典彦" userId="980ea7df-8eed-497b-ad4c-e41815cdecf2" providerId="ADAL" clId="{5FC6F264-F39E-44EA-A424-F7F5A1515EE7}" dt="2025-03-16T01:44:20.783" v="413" actId="20577"/>
        <pc:sldMkLst>
          <pc:docMk/>
          <pc:sldMk cId="841100052" sldId="341"/>
        </pc:sldMkLst>
        <pc:spChg chg="add mod">
          <ac:chgData name="Nakata, Norihiko/中田 典彦" userId="980ea7df-8eed-497b-ad4c-e41815cdecf2" providerId="ADAL" clId="{5FC6F264-F39E-44EA-A424-F7F5A1515EE7}" dt="2025-03-16T01:29:56.645" v="46" actId="20577"/>
          <ac:spMkLst>
            <pc:docMk/>
            <pc:sldMk cId="841100052" sldId="341"/>
            <ac:spMk id="3" creationId="{2D324781-4DAF-FFC8-9E16-CA5860B3505B}"/>
          </ac:spMkLst>
        </pc:spChg>
        <pc:spChg chg="add mod">
          <ac:chgData name="Nakata, Norihiko/中田 典彦" userId="980ea7df-8eed-497b-ad4c-e41815cdecf2" providerId="ADAL" clId="{5FC6F264-F39E-44EA-A424-F7F5A1515EE7}" dt="2025-03-16T01:41:15.673" v="188" actId="14100"/>
          <ac:spMkLst>
            <pc:docMk/>
            <pc:sldMk cId="841100052" sldId="341"/>
            <ac:spMk id="5" creationId="{21CCA613-AB05-5C06-A4D7-2463AEE9DC49}"/>
          </ac:spMkLst>
        </pc:spChg>
        <pc:spChg chg="add mod">
          <ac:chgData name="Nakata, Norihiko/中田 典彦" userId="980ea7df-8eed-497b-ad4c-e41815cdecf2" providerId="ADAL" clId="{5FC6F264-F39E-44EA-A424-F7F5A1515EE7}" dt="2025-03-16T01:44:20.783" v="413" actId="20577"/>
          <ac:spMkLst>
            <pc:docMk/>
            <pc:sldMk cId="841100052" sldId="341"/>
            <ac:spMk id="8" creationId="{10C6CBC4-79D4-7AA1-0248-6AA6B080AE9D}"/>
          </ac:spMkLst>
        </pc:spChg>
        <pc:spChg chg="mod">
          <ac:chgData name="Nakata, Norihiko/中田 典彦" userId="980ea7df-8eed-497b-ad4c-e41815cdecf2" providerId="ADAL" clId="{5FC6F264-F39E-44EA-A424-F7F5A1515EE7}" dt="2025-03-16T01:41:10.553" v="187" actId="1076"/>
          <ac:spMkLst>
            <pc:docMk/>
            <pc:sldMk cId="841100052" sldId="341"/>
            <ac:spMk id="19" creationId="{06193044-2499-8042-BF62-8389B22ABEFF}"/>
          </ac:spMkLst>
        </pc:spChg>
        <pc:spChg chg="mod">
          <ac:chgData name="Nakata, Norihiko/中田 典彦" userId="980ea7df-8eed-497b-ad4c-e41815cdecf2" providerId="ADAL" clId="{5FC6F264-F39E-44EA-A424-F7F5A1515EE7}" dt="2025-03-16T01:41:10.553" v="187" actId="1076"/>
          <ac:spMkLst>
            <pc:docMk/>
            <pc:sldMk cId="841100052" sldId="341"/>
            <ac:spMk id="20" creationId="{5F925F3D-9A2D-93D8-7998-9ECFE78C1973}"/>
          </ac:spMkLst>
        </pc:spChg>
        <pc:picChg chg="mod">
          <ac:chgData name="Nakata, Norihiko/中田 典彦" userId="980ea7df-8eed-497b-ad4c-e41815cdecf2" providerId="ADAL" clId="{5FC6F264-F39E-44EA-A424-F7F5A1515EE7}" dt="2025-03-16T01:41:10.553" v="187" actId="1076"/>
          <ac:picMkLst>
            <pc:docMk/>
            <pc:sldMk cId="841100052" sldId="341"/>
            <ac:picMk id="6" creationId="{D4F6C9D3-9894-A456-C0D1-566F260E95B1}"/>
          </ac:picMkLst>
        </pc:picChg>
        <pc:picChg chg="mod">
          <ac:chgData name="Nakata, Norihiko/中田 典彦" userId="980ea7df-8eed-497b-ad4c-e41815cdecf2" providerId="ADAL" clId="{5FC6F264-F39E-44EA-A424-F7F5A1515EE7}" dt="2025-03-16T01:41:10.553" v="187" actId="1076"/>
          <ac:picMkLst>
            <pc:docMk/>
            <pc:sldMk cId="841100052" sldId="341"/>
            <ac:picMk id="7" creationId="{240B5811-B71A-EC91-BE4A-DE92C03A4139}"/>
          </ac:picMkLst>
        </pc:picChg>
        <pc:picChg chg="mod">
          <ac:chgData name="Nakata, Norihiko/中田 典彦" userId="980ea7df-8eed-497b-ad4c-e41815cdecf2" providerId="ADAL" clId="{5FC6F264-F39E-44EA-A424-F7F5A1515EE7}" dt="2025-03-16T01:41:10.553" v="187" actId="1076"/>
          <ac:picMkLst>
            <pc:docMk/>
            <pc:sldMk cId="841100052" sldId="341"/>
            <ac:picMk id="9" creationId="{752CF678-7243-D659-CFAB-7898CFA562E0}"/>
          </ac:picMkLst>
        </pc:picChg>
        <pc:picChg chg="mod">
          <ac:chgData name="Nakata, Norihiko/中田 典彦" userId="980ea7df-8eed-497b-ad4c-e41815cdecf2" providerId="ADAL" clId="{5FC6F264-F39E-44EA-A424-F7F5A1515EE7}" dt="2025-03-16T01:41:10.553" v="187" actId="1076"/>
          <ac:picMkLst>
            <pc:docMk/>
            <pc:sldMk cId="841100052" sldId="341"/>
            <ac:picMk id="13" creationId="{3E0D659E-2F3F-FD52-EEC7-CE1A01A54959}"/>
          </ac:picMkLst>
        </pc:picChg>
        <pc:picChg chg="mod">
          <ac:chgData name="Nakata, Norihiko/中田 典彦" userId="980ea7df-8eed-497b-ad4c-e41815cdecf2" providerId="ADAL" clId="{5FC6F264-F39E-44EA-A424-F7F5A1515EE7}" dt="2025-03-16T01:41:10.553" v="187" actId="1076"/>
          <ac:picMkLst>
            <pc:docMk/>
            <pc:sldMk cId="841100052" sldId="341"/>
            <ac:picMk id="14" creationId="{6A3DCB34-D5AC-F195-CA68-CC7B9152035B}"/>
          </ac:picMkLst>
        </pc:picChg>
        <pc:picChg chg="mod">
          <ac:chgData name="Nakata, Norihiko/中田 典彦" userId="980ea7df-8eed-497b-ad4c-e41815cdecf2" providerId="ADAL" clId="{5FC6F264-F39E-44EA-A424-F7F5A1515EE7}" dt="2025-03-16T01:41:10.553" v="187" actId="1076"/>
          <ac:picMkLst>
            <pc:docMk/>
            <pc:sldMk cId="841100052" sldId="341"/>
            <ac:picMk id="15" creationId="{D966972D-BD91-846D-FE24-D610B6E8F114}"/>
          </ac:picMkLst>
        </pc:picChg>
        <pc:picChg chg="mod">
          <ac:chgData name="Nakata, Norihiko/中田 典彦" userId="980ea7df-8eed-497b-ad4c-e41815cdecf2" providerId="ADAL" clId="{5FC6F264-F39E-44EA-A424-F7F5A1515EE7}" dt="2025-03-16T01:41:10.553" v="187" actId="1076"/>
          <ac:picMkLst>
            <pc:docMk/>
            <pc:sldMk cId="841100052" sldId="341"/>
            <ac:picMk id="16" creationId="{A7682805-1231-B4A8-D09A-ECC09EF8AC3A}"/>
          </ac:picMkLst>
        </pc:picChg>
        <pc:picChg chg="mod">
          <ac:chgData name="Nakata, Norihiko/中田 典彦" userId="980ea7df-8eed-497b-ad4c-e41815cdecf2" providerId="ADAL" clId="{5FC6F264-F39E-44EA-A424-F7F5A1515EE7}" dt="2025-03-16T01:41:10.553" v="187" actId="1076"/>
          <ac:picMkLst>
            <pc:docMk/>
            <pc:sldMk cId="841100052" sldId="341"/>
            <ac:picMk id="17" creationId="{87CB9028-59D0-0C9B-0434-481B92D741F5}"/>
          </ac:picMkLst>
        </pc:picChg>
        <pc:picChg chg="mod">
          <ac:chgData name="Nakata, Norihiko/中田 典彦" userId="980ea7df-8eed-497b-ad4c-e41815cdecf2" providerId="ADAL" clId="{5FC6F264-F39E-44EA-A424-F7F5A1515EE7}" dt="2025-03-16T01:41:10.553" v="187" actId="1076"/>
          <ac:picMkLst>
            <pc:docMk/>
            <pc:sldMk cId="841100052" sldId="341"/>
            <ac:picMk id="18" creationId="{76592085-98AC-75A2-E773-F158E53C45F1}"/>
          </ac:picMkLst>
        </pc:picChg>
        <pc:picChg chg="mod">
          <ac:chgData name="Nakata, Norihiko/中田 典彦" userId="980ea7df-8eed-497b-ad4c-e41815cdecf2" providerId="ADAL" clId="{5FC6F264-F39E-44EA-A424-F7F5A1515EE7}" dt="2025-03-16T01:41:10.553" v="187" actId="1076"/>
          <ac:picMkLst>
            <pc:docMk/>
            <pc:sldMk cId="841100052" sldId="341"/>
            <ac:picMk id="22" creationId="{F7322229-C5B2-9D35-3B0E-170016F1C641}"/>
          </ac:picMkLst>
        </pc:picChg>
      </pc:sldChg>
    </pc:docChg>
  </pc:docChgLst>
  <pc:docChgLst>
    <pc:chgData name="Nakata, Norihiko/中田 典彦" userId="S::3220520@tmc.twfr.toyota.co.jp::980ea7df-8eed-497b-ad4c-e41815cdecf2" providerId="AD" clId="Web-{F7F0DBBA-619C-4E97-A21B-4E64FA630A34}"/>
    <pc:docChg chg="modSld">
      <pc:chgData name="Nakata, Norihiko/中田 典彦" userId="S::3220520@tmc.twfr.toyota.co.jp::980ea7df-8eed-497b-ad4c-e41815cdecf2" providerId="AD" clId="Web-{F7F0DBBA-619C-4E97-A21B-4E64FA630A34}" dt="2025-05-06T17:41:24.513" v="5" actId="20577"/>
      <pc:docMkLst>
        <pc:docMk/>
      </pc:docMkLst>
      <pc:sldChg chg="modSp">
        <pc:chgData name="Nakata, Norihiko/中田 典彦" userId="S::3220520@tmc.twfr.toyota.co.jp::980ea7df-8eed-497b-ad4c-e41815cdecf2" providerId="AD" clId="Web-{F7F0DBBA-619C-4E97-A21B-4E64FA630A34}" dt="2025-05-06T17:41:24.513" v="5" actId="20577"/>
        <pc:sldMkLst>
          <pc:docMk/>
          <pc:sldMk cId="841100052" sldId="341"/>
        </pc:sldMkLst>
        <pc:spChg chg="mod">
          <ac:chgData name="Nakata, Norihiko/中田 典彦" userId="S::3220520@tmc.twfr.toyota.co.jp::980ea7df-8eed-497b-ad4c-e41815cdecf2" providerId="AD" clId="Web-{F7F0DBBA-619C-4E97-A21B-4E64FA630A34}" dt="2025-05-06T17:41:24.513" v="5" actId="20577"/>
          <ac:spMkLst>
            <pc:docMk/>
            <pc:sldMk cId="841100052" sldId="341"/>
            <ac:spMk id="21" creationId="{5795745B-87BE-F09B-1480-1BF7AB657847}"/>
          </ac:spMkLst>
        </pc:spChg>
      </pc:sldChg>
    </pc:docChg>
  </pc:docChgLst>
  <pc:docChgLst>
    <pc:chgData name="Imazaki, Tomoya/今崎 智也" userId="848bb4c6-b74c-4953-bba0-f0430f4f9f49" providerId="ADAL" clId="{81B252DA-9B23-4C72-917F-0FE9AAF30911}"/>
    <pc:docChg chg="undo custSel addSld delSld modSld modMainMaster">
      <pc:chgData name="Imazaki, Tomoya/今崎 智也" userId="848bb4c6-b74c-4953-bba0-f0430f4f9f49" providerId="ADAL" clId="{81B252DA-9B23-4C72-917F-0FE9AAF30911}" dt="2025-03-14T07:43:50.509" v="1442" actId="47"/>
      <pc:docMkLst>
        <pc:docMk/>
      </pc:docMkLst>
      <pc:sldChg chg="addSp modSp del">
        <pc:chgData name="Imazaki, Tomoya/今崎 智也" userId="848bb4c6-b74c-4953-bba0-f0430f4f9f49" providerId="ADAL" clId="{81B252DA-9B23-4C72-917F-0FE9AAF30911}" dt="2025-03-14T07:43:50.509" v="1442" actId="47"/>
        <pc:sldMkLst>
          <pc:docMk/>
          <pc:sldMk cId="3431756312" sldId="309"/>
        </pc:sldMkLst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14" creationId="{0BD1E834-46A7-074C-917F-A986CB6BDEDF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15" creationId="{AC2E8BAD-9BA1-64A7-D9CC-AD1F6760D33B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16" creationId="{F71CEDF3-10E9-3E29-1089-EAD6ABF1A34C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17" creationId="{ABDFFC0D-D0FC-8416-F701-24F6628C3807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19" creationId="{2ED3F963-6B8A-ED17-A281-D86D2836A7A6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20" creationId="{C9A35141-6597-D230-4EAF-1885990CCB3E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21" creationId="{192FC187-EE98-E421-5C58-FD7CFD3489B8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24" creationId="{841BC5FE-18DD-4AFE-A8FB-EE4D7C71D448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25" creationId="{979A60ED-B07C-21A7-A22D-080DA1EE2788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26" creationId="{550B70FD-A8EB-2F74-190D-88A3C308E459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27" creationId="{B4C214C2-D996-4AAB-33CE-EDC31BF4DB57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29" creationId="{039D75DC-706C-70DD-7AD5-A03A418E1D8F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30" creationId="{2965AEC1-413A-8CD6-5196-5C5FF05BC8B5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34" creationId="{DE90513E-ED43-FFE6-106D-1F4E1E54DC22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41" creationId="{1991AA3E-ADC5-BE7B-2A37-153294475BC2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43" creationId="{C4B8972F-BD2B-E969-6EDF-6FA44E3A1034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45" creationId="{F8952EE7-C168-8F15-E02E-9FBA3E80D872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83" creationId="{5AEF4161-9984-9E91-33BC-6F2376DDA5F7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84" creationId="{4A9D1893-7578-FF97-B81D-0525A409AC51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105" creationId="{5FD84582-07E3-F9DE-83EB-C1F17C0C9D31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106" creationId="{E0860A11-06D0-56D1-22C4-D8B92D382478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128" creationId="{CFE3D753-AB5F-03EC-D2E2-292E93610747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129" creationId="{32D23A5F-597C-A525-E0EE-527040B978B3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130" creationId="{E481CA36-4DE7-319E-7C79-2F5C69E97822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145" creationId="{93473BD9-CD49-34A1-7797-59751B50E2AA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147" creationId="{395B856B-A733-BBEA-8918-3F90962275C5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148" creationId="{370B54A9-DDAF-6ADC-C8C7-66C54AF5ECF8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153" creationId="{2FDA9934-910D-7E25-767C-DABF17A1D193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154" creationId="{1AF4A550-5DE4-9E1F-1683-74FC2ECFF924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156" creationId="{3E934AA1-C531-D05D-2AAF-2FC1F04F51BA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157" creationId="{A2249C34-9C76-49F6-44C7-19FC92800D73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159" creationId="{D2EC84D5-9C0E-2342-B696-BEE24FBAC89C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160" creationId="{ED1B47AA-916B-ABDF-F224-E313F609756C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161" creationId="{4FB10F16-815E-E1EC-1C05-E175EB0DEDCA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162" creationId="{8B68AA75-D00C-EBF4-C912-36695B4F9448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163" creationId="{D1416AF4-871E-823A-934D-D813574C6155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164" creationId="{DD329564-A982-028A-1416-B3F619DD6E29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165" creationId="{56FA0C3A-4535-6151-821F-1290EE01FEF7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169" creationId="{19B73378-38A5-99A0-9042-B9868ECB9B4F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170" creationId="{B58DA8F1-831A-47A9-76EA-5C46E9EAEC68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171" creationId="{A77396AF-3CA9-1638-48AC-921BBEE6A8C6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172" creationId="{D71DAA8A-0ADE-24F6-82DD-6632CB91E2E3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173" creationId="{7EF425E0-A0ED-1B31-C0B9-D8ED2449D946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174" creationId="{117104EA-24E3-3626-D933-8B6D6DC9799A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176" creationId="{84A1FF20-B290-00EC-C146-A413E6D9110B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178" creationId="{DADB2B6E-DAC1-31D7-F679-1E50B60FCFDB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179" creationId="{1E68C3B0-095C-37D5-6E03-FCCA9369FBC1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180" creationId="{DB1532EA-76BE-A488-C6DD-A58C9BFF0D1E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181" creationId="{5B146D56-FB37-7C6E-0573-4F0FC8455E98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182" creationId="{DE01D0CE-2581-B1BF-4346-85710A9E4980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183" creationId="{3EBE1A88-8D59-2436-3BF8-BEC6320FA6BE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184" creationId="{3A2FD16E-BD88-5BFA-1437-B8C3A302C5D0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187" creationId="{12AFBEE2-95E7-8940-D042-D44918E7DA8F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188" creationId="{7F326292-0893-C798-958A-F9023B92A9D8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189" creationId="{B13F4755-E1E3-7718-0F29-FF53CB46B359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191" creationId="{04F5DBE9-88FE-5188-7C24-154953E36B3C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195" creationId="{F4B916E5-8B0A-725C-84A6-F49D4EEDDC74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196" creationId="{8FFA68B1-6FDD-4DF4-9676-0D0309E45F86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203" creationId="{4599E24F-08C8-FDF5-EEE1-5AAD4E0DAFBC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206" creationId="{AB805F20-FE01-6D48-321B-2378B8A0052C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207" creationId="{89F71064-1E26-393C-80DF-F443B441F48E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208" creationId="{3D31E0AA-6085-F73A-D258-7D0BD2AE7C15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210" creationId="{86630F93-4989-177F-7B30-E49080F771C8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211" creationId="{53D3BB61-C45E-67AF-FC96-2EBEF26DA37F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214" creationId="{9A1027E2-D286-17C7-C443-FDB6622111BD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219" creationId="{16AC629E-50FD-A32B-B33C-F216DB1C9D57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220" creationId="{07DE3499-1869-279E-F25D-EFAE15E543E1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221" creationId="{087403F2-06CA-B533-59F7-DCB07E626504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222" creationId="{6AE00E63-5013-E5F3-32CE-136369CE289D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223" creationId="{9AE3CBAF-B6D2-51F8-98EF-F2B547B30CDD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224" creationId="{C7DDFE62-18A6-399B-869F-F8BA0DD312F9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225" creationId="{143EABD0-67A4-9A62-8A8A-8DDAF19B202B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226" creationId="{F7ACEE6A-C914-6925-F8BF-88DAD78A57E8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227" creationId="{04CCE93D-9B94-3333-CF06-BEFBEFE54162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228" creationId="{1954B688-2556-FFAD-982D-6967A6672303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229" creationId="{99F2ED26-E148-6F26-AAEF-7AE8851D72F7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230" creationId="{DFF29EBC-3F4F-08B3-EFBC-C407A886DD7F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231" creationId="{8698AB76-8A9B-85BB-6626-B8A0E9C8E81C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232" creationId="{1158340A-9BEE-49C8-BC1F-D74FDE3C9357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233" creationId="{371162D5-51F2-3B2E-8920-F2DE6B491893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234" creationId="{89D86A62-82DE-6453-EE98-33E06B67E5DA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235" creationId="{43B648AA-9DA6-0227-D3A4-8E8F60ADDF13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236" creationId="{B50F879D-2C2E-2485-851C-E074C341C293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237" creationId="{1CC89E9A-E40E-08C0-B0A7-1A523C4F0040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238" creationId="{AB60B697-D551-238D-B7A7-E0D05E5AB57B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239" creationId="{2D9E201B-7D1D-9D40-D037-D3E33D3D60E2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240" creationId="{16E7DB50-7887-84F9-1FA0-439C74FFDD34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241" creationId="{85D23C48-E816-CBAB-48B4-75797EE730BF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242" creationId="{C2E0CDB1-FEED-9951-532F-932EE63348C8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248" creationId="{5B37A6AD-7A2A-2508-A144-C8422423343F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249" creationId="{F9E76A84-71BB-5444-6FEB-85CD3D8A90F2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250" creationId="{0AEEF7B4-FA21-9988-1675-B183903D5379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251" creationId="{C8FD10DE-BB42-F52A-BE35-5BCFAF4F4295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252" creationId="{2F013F79-C78E-20DF-1079-2B08EEB8D10F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253" creationId="{0CF7308E-C227-0C2D-32D1-1624306006FB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254" creationId="{1F589AA7-7650-3722-1487-6979F133E21F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255" creationId="{2A84CE40-EAF8-D208-BA0B-ABB19AC03CD5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256" creationId="{BA7ED9BB-7402-6CDD-0A0E-DD0C64E469D3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257" creationId="{145293D9-C297-EA7B-5464-A98B0B8A1589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258" creationId="{0ED073C4-77F8-9E9D-963B-3CBA0B867B60}"/>
          </ac:spMkLst>
        </pc:spChg>
        <pc:spChg chg="mod">
          <ac:chgData name="Imazaki, Tomoya/今崎 智也" userId="848bb4c6-b74c-4953-bba0-f0430f4f9f49" providerId="ADAL" clId="{81B252DA-9B23-4C72-917F-0FE9AAF30911}" dt="2025-03-14T06:26:48.104" v="670" actId="1076"/>
          <ac:spMkLst>
            <pc:docMk/>
            <pc:sldMk cId="3431756312" sldId="309"/>
            <ac:spMk id="259" creationId="{C08F2EE2-ADF4-1C0C-59B7-4299F7689E78}"/>
          </ac:spMkLst>
        </pc:spChg>
        <pc:grpChg chg="add mod">
          <ac:chgData name="Imazaki, Tomoya/今崎 智也" userId="848bb4c6-b74c-4953-bba0-f0430f4f9f49" providerId="ADAL" clId="{81B252DA-9B23-4C72-917F-0FE9AAF30911}" dt="2025-03-14T06:26:48.104" v="670" actId="1076"/>
          <ac:grpSpMkLst>
            <pc:docMk/>
            <pc:sldMk cId="3431756312" sldId="309"/>
            <ac:grpSpMk id="13" creationId="{D9B49EBD-C6A5-CFBB-1354-C561B5580B17}"/>
          </ac:grpSpMkLst>
        </pc:grpChg>
        <pc:grpChg chg="mod">
          <ac:chgData name="Imazaki, Tomoya/今崎 智也" userId="848bb4c6-b74c-4953-bba0-f0430f4f9f49" providerId="ADAL" clId="{81B252DA-9B23-4C72-917F-0FE9AAF30911}" dt="2025-03-14T06:26:48.104" v="670" actId="1076"/>
          <ac:grpSpMkLst>
            <pc:docMk/>
            <pc:sldMk cId="3431756312" sldId="309"/>
            <ac:grpSpMk id="152" creationId="{DC2B1C09-206B-FF73-9287-5E4EE767F212}"/>
          </ac:grpSpMkLst>
        </pc:grpChg>
        <pc:grpChg chg="mod">
          <ac:chgData name="Imazaki, Tomoya/今崎 智也" userId="848bb4c6-b74c-4953-bba0-f0430f4f9f49" providerId="ADAL" clId="{81B252DA-9B23-4C72-917F-0FE9AAF30911}" dt="2025-03-14T06:26:48.104" v="670" actId="1076"/>
          <ac:grpSpMkLst>
            <pc:docMk/>
            <pc:sldMk cId="3431756312" sldId="309"/>
            <ac:grpSpMk id="158" creationId="{F52BDF21-C6B8-8D08-276E-DE3A7AA2B5D6}"/>
          </ac:grpSpMkLst>
        </pc:grpChg>
        <pc:grpChg chg="mod">
          <ac:chgData name="Imazaki, Tomoya/今崎 智也" userId="848bb4c6-b74c-4953-bba0-f0430f4f9f49" providerId="ADAL" clId="{81B252DA-9B23-4C72-917F-0FE9AAF30911}" dt="2025-03-14T06:26:48.104" v="670" actId="1076"/>
          <ac:grpSpMkLst>
            <pc:docMk/>
            <pc:sldMk cId="3431756312" sldId="309"/>
            <ac:grpSpMk id="197" creationId="{D0C1B230-67FE-B362-0590-F6742B87F4B4}"/>
          </ac:grpSpMkLst>
        </pc:grpChg>
        <pc:grpChg chg="mod">
          <ac:chgData name="Imazaki, Tomoya/今崎 智也" userId="848bb4c6-b74c-4953-bba0-f0430f4f9f49" providerId="ADAL" clId="{81B252DA-9B23-4C72-917F-0FE9AAF30911}" dt="2025-03-14T06:26:48.104" v="670" actId="1076"/>
          <ac:grpSpMkLst>
            <pc:docMk/>
            <pc:sldMk cId="3431756312" sldId="309"/>
            <ac:grpSpMk id="200" creationId="{679AD8D4-1B54-FDA6-264D-9393E57E2DBE}"/>
          </ac:grpSpMkLst>
        </pc:grpChg>
        <pc:grpChg chg="mod">
          <ac:chgData name="Imazaki, Tomoya/今崎 智也" userId="848bb4c6-b74c-4953-bba0-f0430f4f9f49" providerId="ADAL" clId="{81B252DA-9B23-4C72-917F-0FE9AAF30911}" dt="2025-03-14T06:26:48.104" v="670" actId="1076"/>
          <ac:grpSpMkLst>
            <pc:docMk/>
            <pc:sldMk cId="3431756312" sldId="309"/>
            <ac:grpSpMk id="201" creationId="{52441CE4-F15C-B486-04EA-7168D3429640}"/>
          </ac:grpSpMkLst>
        </pc:grpChg>
        <pc:grpChg chg="mod">
          <ac:chgData name="Imazaki, Tomoya/今崎 智也" userId="848bb4c6-b74c-4953-bba0-f0430f4f9f49" providerId="ADAL" clId="{81B252DA-9B23-4C72-917F-0FE9AAF30911}" dt="2025-03-14T06:26:48.104" v="670" actId="1076"/>
          <ac:grpSpMkLst>
            <pc:docMk/>
            <pc:sldMk cId="3431756312" sldId="309"/>
            <ac:grpSpMk id="202" creationId="{24A3A3BD-1C1E-7DAC-CFF6-A68EC6EC5282}"/>
          </ac:grpSpMkLst>
        </pc:grpChg>
        <pc:grpChg chg="mod">
          <ac:chgData name="Imazaki, Tomoya/今崎 智也" userId="848bb4c6-b74c-4953-bba0-f0430f4f9f49" providerId="ADAL" clId="{81B252DA-9B23-4C72-917F-0FE9AAF30911}" dt="2025-03-14T06:26:48.104" v="670" actId="1076"/>
          <ac:grpSpMkLst>
            <pc:docMk/>
            <pc:sldMk cId="3431756312" sldId="309"/>
            <ac:grpSpMk id="212" creationId="{A5234F30-EE4E-DFBC-D21E-182E2F897C3A}"/>
          </ac:grpSpMkLst>
        </pc:grpChg>
        <pc:grpChg chg="mod">
          <ac:chgData name="Imazaki, Tomoya/今崎 智也" userId="848bb4c6-b74c-4953-bba0-f0430f4f9f49" providerId="ADAL" clId="{81B252DA-9B23-4C72-917F-0FE9AAF30911}" dt="2025-03-14T06:26:48.104" v="670" actId="1076"/>
          <ac:grpSpMkLst>
            <pc:docMk/>
            <pc:sldMk cId="3431756312" sldId="309"/>
            <ac:grpSpMk id="213" creationId="{F98D52B2-AD40-38CE-7E5E-292EB437E8BB}"/>
          </ac:grpSpMkLst>
        </pc:grpChg>
        <pc:grpChg chg="mod">
          <ac:chgData name="Imazaki, Tomoya/今崎 智也" userId="848bb4c6-b74c-4953-bba0-f0430f4f9f49" providerId="ADAL" clId="{81B252DA-9B23-4C72-917F-0FE9AAF30911}" dt="2025-03-14T06:26:48.104" v="670" actId="1076"/>
          <ac:grpSpMkLst>
            <pc:docMk/>
            <pc:sldMk cId="3431756312" sldId="309"/>
            <ac:grpSpMk id="215" creationId="{88578A5D-AD90-473E-2C91-2B57444A29A0}"/>
          </ac:grpSpMkLst>
        </pc:grpChg>
        <pc:grpChg chg="mod">
          <ac:chgData name="Imazaki, Tomoya/今崎 智也" userId="848bb4c6-b74c-4953-bba0-f0430f4f9f49" providerId="ADAL" clId="{81B252DA-9B23-4C72-917F-0FE9AAF30911}" dt="2025-03-14T06:26:48.104" v="670" actId="1076"/>
          <ac:grpSpMkLst>
            <pc:docMk/>
            <pc:sldMk cId="3431756312" sldId="309"/>
            <ac:grpSpMk id="216" creationId="{DC2E9A29-56E3-3BC5-C022-51DB930D124A}"/>
          </ac:grpSpMkLst>
        </pc:grpChg>
        <pc:grpChg chg="mod">
          <ac:chgData name="Imazaki, Tomoya/今崎 智也" userId="848bb4c6-b74c-4953-bba0-f0430f4f9f49" providerId="ADAL" clId="{81B252DA-9B23-4C72-917F-0FE9AAF30911}" dt="2025-03-14T06:26:48.104" v="670" actId="1076"/>
          <ac:grpSpMkLst>
            <pc:docMk/>
            <pc:sldMk cId="3431756312" sldId="309"/>
            <ac:grpSpMk id="217" creationId="{8404F0DE-3546-9158-DFFA-8C78A511EE01}"/>
          </ac:grpSpMkLst>
        </pc:grpChg>
        <pc:grpChg chg="mod">
          <ac:chgData name="Imazaki, Tomoya/今崎 智也" userId="848bb4c6-b74c-4953-bba0-f0430f4f9f49" providerId="ADAL" clId="{81B252DA-9B23-4C72-917F-0FE9AAF30911}" dt="2025-03-14T06:26:48.104" v="670" actId="1076"/>
          <ac:grpSpMkLst>
            <pc:docMk/>
            <pc:sldMk cId="3431756312" sldId="309"/>
            <ac:grpSpMk id="218" creationId="{AC125BC3-F648-F70A-9297-AF3AFDB3A995}"/>
          </ac:grpSpMkLst>
        </pc:grpChg>
        <pc:picChg chg="mod">
          <ac:chgData name="Imazaki, Tomoya/今崎 智也" userId="848bb4c6-b74c-4953-bba0-f0430f4f9f49" providerId="ADAL" clId="{81B252DA-9B23-4C72-917F-0FE9AAF30911}" dt="2025-03-14T06:26:48.104" v="670" actId="1076"/>
          <ac:picMkLst>
            <pc:docMk/>
            <pc:sldMk cId="3431756312" sldId="309"/>
            <ac:picMk id="166" creationId="{EDFA3308-CF85-ED32-8CD2-19F8DCFD1C3C}"/>
          </ac:picMkLst>
        </pc:picChg>
        <pc:picChg chg="mod">
          <ac:chgData name="Imazaki, Tomoya/今崎 智也" userId="848bb4c6-b74c-4953-bba0-f0430f4f9f49" providerId="ADAL" clId="{81B252DA-9B23-4C72-917F-0FE9AAF30911}" dt="2025-03-14T06:26:48.104" v="670" actId="1076"/>
          <ac:picMkLst>
            <pc:docMk/>
            <pc:sldMk cId="3431756312" sldId="309"/>
            <ac:picMk id="167" creationId="{C5184857-D839-0C0B-00B1-3AC0B6BD850F}"/>
          </ac:picMkLst>
        </pc:picChg>
        <pc:picChg chg="mod">
          <ac:chgData name="Imazaki, Tomoya/今崎 智也" userId="848bb4c6-b74c-4953-bba0-f0430f4f9f49" providerId="ADAL" clId="{81B252DA-9B23-4C72-917F-0FE9AAF30911}" dt="2025-03-14T06:26:48.104" v="670" actId="1076"/>
          <ac:picMkLst>
            <pc:docMk/>
            <pc:sldMk cId="3431756312" sldId="309"/>
            <ac:picMk id="168" creationId="{1D278DCE-2CD3-189C-42A4-7843D2C6263E}"/>
          </ac:picMkLst>
        </pc:picChg>
        <pc:picChg chg="mod">
          <ac:chgData name="Imazaki, Tomoya/今崎 智也" userId="848bb4c6-b74c-4953-bba0-f0430f4f9f49" providerId="ADAL" clId="{81B252DA-9B23-4C72-917F-0FE9AAF30911}" dt="2025-03-14T06:26:48.104" v="670" actId="1076"/>
          <ac:picMkLst>
            <pc:docMk/>
            <pc:sldMk cId="3431756312" sldId="309"/>
            <ac:picMk id="175" creationId="{6EBA6A07-5B1C-7117-E38E-98D8CB15EBF5}"/>
          </ac:picMkLst>
        </pc:picChg>
        <pc:picChg chg="mod">
          <ac:chgData name="Imazaki, Tomoya/今崎 智也" userId="848bb4c6-b74c-4953-bba0-f0430f4f9f49" providerId="ADAL" clId="{81B252DA-9B23-4C72-917F-0FE9AAF30911}" dt="2025-03-14T06:26:48.104" v="670" actId="1076"/>
          <ac:picMkLst>
            <pc:docMk/>
            <pc:sldMk cId="3431756312" sldId="309"/>
            <ac:picMk id="204" creationId="{8AAF7FF6-F4F4-7D4F-888F-82B2B21FE2D8}"/>
          </ac:picMkLst>
        </pc:picChg>
        <pc:picChg chg="mod">
          <ac:chgData name="Imazaki, Tomoya/今崎 智也" userId="848bb4c6-b74c-4953-bba0-f0430f4f9f49" providerId="ADAL" clId="{81B252DA-9B23-4C72-917F-0FE9AAF30911}" dt="2025-03-14T06:26:48.104" v="670" actId="1076"/>
          <ac:picMkLst>
            <pc:docMk/>
            <pc:sldMk cId="3431756312" sldId="309"/>
            <ac:picMk id="205" creationId="{E15B1599-2702-A360-4171-A540CB530B05}"/>
          </ac:picMkLst>
        </pc:picChg>
        <pc:picChg chg="mod">
          <ac:chgData name="Imazaki, Tomoya/今崎 智也" userId="848bb4c6-b74c-4953-bba0-f0430f4f9f49" providerId="ADAL" clId="{81B252DA-9B23-4C72-917F-0FE9AAF30911}" dt="2025-03-14T06:26:48.104" v="670" actId="1076"/>
          <ac:picMkLst>
            <pc:docMk/>
            <pc:sldMk cId="3431756312" sldId="309"/>
            <ac:picMk id="209" creationId="{0852DE32-2B65-796A-3C00-F1027E628C65}"/>
          </ac:picMkLst>
        </pc:picChg>
        <pc:picChg chg="mod">
          <ac:chgData name="Imazaki, Tomoya/今崎 智也" userId="848bb4c6-b74c-4953-bba0-f0430f4f9f49" providerId="ADAL" clId="{81B252DA-9B23-4C72-917F-0FE9AAF30911}" dt="2025-03-14T06:26:48.104" v="670" actId="1076"/>
          <ac:picMkLst>
            <pc:docMk/>
            <pc:sldMk cId="3431756312" sldId="309"/>
            <ac:picMk id="243" creationId="{44A147E2-E94D-E448-4109-43CE1F77B244}"/>
          </ac:picMkLst>
        </pc:picChg>
        <pc:picChg chg="mod">
          <ac:chgData name="Imazaki, Tomoya/今崎 智也" userId="848bb4c6-b74c-4953-bba0-f0430f4f9f49" providerId="ADAL" clId="{81B252DA-9B23-4C72-917F-0FE9AAF30911}" dt="2025-03-14T06:26:48.104" v="670" actId="1076"/>
          <ac:picMkLst>
            <pc:docMk/>
            <pc:sldMk cId="3431756312" sldId="309"/>
            <ac:picMk id="244" creationId="{99CFEB15-0CDA-0F4C-85DB-9D1A42F115D9}"/>
          </ac:picMkLst>
        </pc:picChg>
        <pc:picChg chg="mod">
          <ac:chgData name="Imazaki, Tomoya/今崎 智也" userId="848bb4c6-b74c-4953-bba0-f0430f4f9f49" providerId="ADAL" clId="{81B252DA-9B23-4C72-917F-0FE9AAF30911}" dt="2025-03-14T06:26:48.104" v="670" actId="1076"/>
          <ac:picMkLst>
            <pc:docMk/>
            <pc:sldMk cId="3431756312" sldId="309"/>
            <ac:picMk id="245" creationId="{6FC00395-5112-671F-81EC-96231683A61E}"/>
          </ac:picMkLst>
        </pc:picChg>
        <pc:picChg chg="mod">
          <ac:chgData name="Imazaki, Tomoya/今崎 智也" userId="848bb4c6-b74c-4953-bba0-f0430f4f9f49" providerId="ADAL" clId="{81B252DA-9B23-4C72-917F-0FE9AAF30911}" dt="2025-03-14T06:26:48.104" v="670" actId="1076"/>
          <ac:picMkLst>
            <pc:docMk/>
            <pc:sldMk cId="3431756312" sldId="309"/>
            <ac:picMk id="246" creationId="{5BB88E5B-8F01-B4EA-9FF9-9ACC0067895C}"/>
          </ac:picMkLst>
        </pc:picChg>
        <pc:picChg chg="mod">
          <ac:chgData name="Imazaki, Tomoya/今崎 智也" userId="848bb4c6-b74c-4953-bba0-f0430f4f9f49" providerId="ADAL" clId="{81B252DA-9B23-4C72-917F-0FE9AAF30911}" dt="2025-03-14T06:26:48.104" v="670" actId="1076"/>
          <ac:picMkLst>
            <pc:docMk/>
            <pc:sldMk cId="3431756312" sldId="309"/>
            <ac:picMk id="247" creationId="{FFF3FAFB-2E7C-4950-4E74-E3304F8B8D75}"/>
          </ac:picMkLst>
        </pc:picChg>
        <pc:cxnChg chg="mod">
          <ac:chgData name="Imazaki, Tomoya/今崎 智也" userId="848bb4c6-b74c-4953-bba0-f0430f4f9f49" providerId="ADAL" clId="{81B252DA-9B23-4C72-917F-0FE9AAF30911}" dt="2025-03-14T06:26:48.104" v="670" actId="1076"/>
          <ac:cxnSpMkLst>
            <pc:docMk/>
            <pc:sldMk cId="3431756312" sldId="309"/>
            <ac:cxnSpMk id="22" creationId="{E7ABB6DB-1107-8952-25F7-D2D4DE1A6177}"/>
          </ac:cxnSpMkLst>
        </pc:cxnChg>
        <pc:cxnChg chg="mod">
          <ac:chgData name="Imazaki, Tomoya/今崎 智也" userId="848bb4c6-b74c-4953-bba0-f0430f4f9f49" providerId="ADAL" clId="{81B252DA-9B23-4C72-917F-0FE9AAF30911}" dt="2025-03-14T06:26:48.104" v="670" actId="1076"/>
          <ac:cxnSpMkLst>
            <pc:docMk/>
            <pc:sldMk cId="3431756312" sldId="309"/>
            <ac:cxnSpMk id="23" creationId="{FAD4231A-573C-AA42-42AA-4ABE56C8E97D}"/>
          </ac:cxnSpMkLst>
        </pc:cxnChg>
        <pc:cxnChg chg="mod">
          <ac:chgData name="Imazaki, Tomoya/今崎 智也" userId="848bb4c6-b74c-4953-bba0-f0430f4f9f49" providerId="ADAL" clId="{81B252DA-9B23-4C72-917F-0FE9AAF30911}" dt="2025-03-14T06:26:48.104" v="670" actId="1076"/>
          <ac:cxnSpMkLst>
            <pc:docMk/>
            <pc:sldMk cId="3431756312" sldId="309"/>
            <ac:cxnSpMk id="28" creationId="{8A72D8D4-1FE1-FE45-EEFF-0A9FCD51C517}"/>
          </ac:cxnSpMkLst>
        </pc:cxnChg>
        <pc:cxnChg chg="mod">
          <ac:chgData name="Imazaki, Tomoya/今崎 智也" userId="848bb4c6-b74c-4953-bba0-f0430f4f9f49" providerId="ADAL" clId="{81B252DA-9B23-4C72-917F-0FE9AAF30911}" dt="2025-03-14T06:26:48.104" v="670" actId="1076"/>
          <ac:cxnSpMkLst>
            <pc:docMk/>
            <pc:sldMk cId="3431756312" sldId="309"/>
            <ac:cxnSpMk id="35" creationId="{6DF2351B-8D42-9B5F-9556-55EB261B5AF4}"/>
          </ac:cxnSpMkLst>
        </pc:cxnChg>
        <pc:cxnChg chg="mod">
          <ac:chgData name="Imazaki, Tomoya/今崎 智也" userId="848bb4c6-b74c-4953-bba0-f0430f4f9f49" providerId="ADAL" clId="{81B252DA-9B23-4C72-917F-0FE9AAF30911}" dt="2025-03-14T06:26:48.104" v="670" actId="1076"/>
          <ac:cxnSpMkLst>
            <pc:docMk/>
            <pc:sldMk cId="3431756312" sldId="309"/>
            <ac:cxnSpMk id="39" creationId="{A0920EA9-971F-B477-08C9-D607CCBF1E64}"/>
          </ac:cxnSpMkLst>
        </pc:cxnChg>
        <pc:cxnChg chg="mod">
          <ac:chgData name="Imazaki, Tomoya/今崎 智也" userId="848bb4c6-b74c-4953-bba0-f0430f4f9f49" providerId="ADAL" clId="{81B252DA-9B23-4C72-917F-0FE9AAF30911}" dt="2025-03-14T06:26:48.104" v="670" actId="1076"/>
          <ac:cxnSpMkLst>
            <pc:docMk/>
            <pc:sldMk cId="3431756312" sldId="309"/>
            <ac:cxnSpMk id="85" creationId="{2F242671-C6E5-7EB8-25ED-1A57E9A118BD}"/>
          </ac:cxnSpMkLst>
        </pc:cxnChg>
        <pc:cxnChg chg="mod">
          <ac:chgData name="Imazaki, Tomoya/今崎 智也" userId="848bb4c6-b74c-4953-bba0-f0430f4f9f49" providerId="ADAL" clId="{81B252DA-9B23-4C72-917F-0FE9AAF30911}" dt="2025-03-14T06:26:48.104" v="670" actId="1076"/>
          <ac:cxnSpMkLst>
            <pc:docMk/>
            <pc:sldMk cId="3431756312" sldId="309"/>
            <ac:cxnSpMk id="155" creationId="{61367FBE-5E8B-C6DD-5542-9CEF11A4399A}"/>
          </ac:cxnSpMkLst>
        </pc:cxnChg>
        <pc:cxnChg chg="mod">
          <ac:chgData name="Imazaki, Tomoya/今崎 智也" userId="848bb4c6-b74c-4953-bba0-f0430f4f9f49" providerId="ADAL" clId="{81B252DA-9B23-4C72-917F-0FE9AAF30911}" dt="2025-03-14T06:26:48.104" v="670" actId="1076"/>
          <ac:cxnSpMkLst>
            <pc:docMk/>
            <pc:sldMk cId="3431756312" sldId="309"/>
            <ac:cxnSpMk id="177" creationId="{60D750CD-470E-F9BB-241E-1AE0D2692651}"/>
          </ac:cxnSpMkLst>
        </pc:cxnChg>
        <pc:cxnChg chg="mod">
          <ac:chgData name="Imazaki, Tomoya/今崎 智也" userId="848bb4c6-b74c-4953-bba0-f0430f4f9f49" providerId="ADAL" clId="{81B252DA-9B23-4C72-917F-0FE9AAF30911}" dt="2025-03-14T06:26:48.104" v="670" actId="1076"/>
          <ac:cxnSpMkLst>
            <pc:docMk/>
            <pc:sldMk cId="3431756312" sldId="309"/>
            <ac:cxnSpMk id="190" creationId="{C2291C32-50E8-C13B-75E0-19F3CB07BE25}"/>
          </ac:cxnSpMkLst>
        </pc:cxnChg>
        <pc:cxnChg chg="mod">
          <ac:chgData name="Imazaki, Tomoya/今崎 智也" userId="848bb4c6-b74c-4953-bba0-f0430f4f9f49" providerId="ADAL" clId="{81B252DA-9B23-4C72-917F-0FE9AAF30911}" dt="2025-03-14T06:26:48.104" v="670" actId="1076"/>
          <ac:cxnSpMkLst>
            <pc:docMk/>
            <pc:sldMk cId="3431756312" sldId="309"/>
            <ac:cxnSpMk id="192" creationId="{7011A29C-DC20-0E92-DECA-5EE710E1F8E4}"/>
          </ac:cxnSpMkLst>
        </pc:cxnChg>
        <pc:cxnChg chg="mod">
          <ac:chgData name="Imazaki, Tomoya/今崎 智也" userId="848bb4c6-b74c-4953-bba0-f0430f4f9f49" providerId="ADAL" clId="{81B252DA-9B23-4C72-917F-0FE9AAF30911}" dt="2025-03-14T06:26:48.104" v="670" actId="1076"/>
          <ac:cxnSpMkLst>
            <pc:docMk/>
            <pc:sldMk cId="3431756312" sldId="309"/>
            <ac:cxnSpMk id="193" creationId="{6552730F-00F2-EAA2-405E-769C6AF000E0}"/>
          </ac:cxnSpMkLst>
        </pc:cxnChg>
        <pc:cxnChg chg="mod">
          <ac:chgData name="Imazaki, Tomoya/今崎 智也" userId="848bb4c6-b74c-4953-bba0-f0430f4f9f49" providerId="ADAL" clId="{81B252DA-9B23-4C72-917F-0FE9AAF30911}" dt="2025-03-14T06:26:48.104" v="670" actId="1076"/>
          <ac:cxnSpMkLst>
            <pc:docMk/>
            <pc:sldMk cId="3431756312" sldId="309"/>
            <ac:cxnSpMk id="194" creationId="{2DC8E7E9-6F56-F286-59A3-6976C37CA82B}"/>
          </ac:cxnSpMkLst>
        </pc:cxnChg>
        <pc:cxnChg chg="mod">
          <ac:chgData name="Imazaki, Tomoya/今崎 智也" userId="848bb4c6-b74c-4953-bba0-f0430f4f9f49" providerId="ADAL" clId="{81B252DA-9B23-4C72-917F-0FE9AAF30911}" dt="2025-03-14T06:26:48.104" v="670" actId="1076"/>
          <ac:cxnSpMkLst>
            <pc:docMk/>
            <pc:sldMk cId="3431756312" sldId="309"/>
            <ac:cxnSpMk id="198" creationId="{96FF395C-BFC5-75A0-CE4B-3902DABD1202}"/>
          </ac:cxnSpMkLst>
        </pc:cxnChg>
        <pc:cxnChg chg="mod">
          <ac:chgData name="Imazaki, Tomoya/今崎 智也" userId="848bb4c6-b74c-4953-bba0-f0430f4f9f49" providerId="ADAL" clId="{81B252DA-9B23-4C72-917F-0FE9AAF30911}" dt="2025-03-14T06:26:48.104" v="670" actId="1076"/>
          <ac:cxnSpMkLst>
            <pc:docMk/>
            <pc:sldMk cId="3431756312" sldId="309"/>
            <ac:cxnSpMk id="199" creationId="{82DB25DC-2E50-E027-A173-CE6EEE46B6BF}"/>
          </ac:cxnSpMkLst>
        </pc:cxnChg>
      </pc:sldChg>
      <pc:sldChg chg="del">
        <pc:chgData name="Imazaki, Tomoya/今崎 智也" userId="848bb4c6-b74c-4953-bba0-f0430f4f9f49" providerId="ADAL" clId="{81B252DA-9B23-4C72-917F-0FE9AAF30911}" dt="2025-03-14T07:43:50.509" v="1442" actId="47"/>
        <pc:sldMkLst>
          <pc:docMk/>
          <pc:sldMk cId="3286422382" sldId="312"/>
        </pc:sldMkLst>
      </pc:sldChg>
      <pc:sldChg chg="del">
        <pc:chgData name="Imazaki, Tomoya/今崎 智也" userId="848bb4c6-b74c-4953-bba0-f0430f4f9f49" providerId="ADAL" clId="{81B252DA-9B23-4C72-917F-0FE9AAF30911}" dt="2025-03-14T07:43:50.509" v="1442" actId="47"/>
        <pc:sldMkLst>
          <pc:docMk/>
          <pc:sldMk cId="3851857710" sldId="313"/>
        </pc:sldMkLst>
      </pc:sldChg>
      <pc:sldChg chg="del">
        <pc:chgData name="Imazaki, Tomoya/今崎 智也" userId="848bb4c6-b74c-4953-bba0-f0430f4f9f49" providerId="ADAL" clId="{81B252DA-9B23-4C72-917F-0FE9AAF30911}" dt="2025-03-14T07:43:50.509" v="1442" actId="47"/>
        <pc:sldMkLst>
          <pc:docMk/>
          <pc:sldMk cId="588029022" sldId="321"/>
        </pc:sldMkLst>
      </pc:sldChg>
      <pc:sldChg chg="del">
        <pc:chgData name="Imazaki, Tomoya/今崎 智也" userId="848bb4c6-b74c-4953-bba0-f0430f4f9f49" providerId="ADAL" clId="{81B252DA-9B23-4C72-917F-0FE9AAF30911}" dt="2025-03-14T07:43:50.509" v="1442" actId="47"/>
        <pc:sldMkLst>
          <pc:docMk/>
          <pc:sldMk cId="935131817" sldId="324"/>
        </pc:sldMkLst>
      </pc:sldChg>
      <pc:sldChg chg="del">
        <pc:chgData name="Imazaki, Tomoya/今崎 智也" userId="848bb4c6-b74c-4953-bba0-f0430f4f9f49" providerId="ADAL" clId="{81B252DA-9B23-4C72-917F-0FE9AAF30911}" dt="2025-03-14T07:43:50.509" v="1442" actId="47"/>
        <pc:sldMkLst>
          <pc:docMk/>
          <pc:sldMk cId="2263825727" sldId="331"/>
        </pc:sldMkLst>
      </pc:sldChg>
      <pc:sldChg chg="del">
        <pc:chgData name="Imazaki, Tomoya/今崎 智也" userId="848bb4c6-b74c-4953-bba0-f0430f4f9f49" providerId="ADAL" clId="{81B252DA-9B23-4C72-917F-0FE9AAF30911}" dt="2025-03-14T07:43:50.509" v="1442" actId="47"/>
        <pc:sldMkLst>
          <pc:docMk/>
          <pc:sldMk cId="3731831392" sldId="332"/>
        </pc:sldMkLst>
      </pc:sldChg>
      <pc:sldChg chg="del">
        <pc:chgData name="Imazaki, Tomoya/今崎 智也" userId="848bb4c6-b74c-4953-bba0-f0430f4f9f49" providerId="ADAL" clId="{81B252DA-9B23-4C72-917F-0FE9AAF30911}" dt="2025-03-14T07:43:50.509" v="1442" actId="47"/>
        <pc:sldMkLst>
          <pc:docMk/>
          <pc:sldMk cId="1277339288" sldId="333"/>
        </pc:sldMkLst>
      </pc:sldChg>
      <pc:sldChg chg="addSp delSp modSp mod">
        <pc:chgData name="Imazaki, Tomoya/今崎 智也" userId="848bb4c6-b74c-4953-bba0-f0430f4f9f49" providerId="ADAL" clId="{81B252DA-9B23-4C72-917F-0FE9AAF30911}" dt="2025-03-14T04:36:50.872" v="22" actId="207"/>
        <pc:sldMkLst>
          <pc:docMk/>
          <pc:sldMk cId="3054773211" sldId="338"/>
        </pc:sldMkLst>
        <pc:spChg chg="mod">
          <ac:chgData name="Imazaki, Tomoya/今崎 智也" userId="848bb4c6-b74c-4953-bba0-f0430f4f9f49" providerId="ADAL" clId="{81B252DA-9B23-4C72-917F-0FE9AAF30911}" dt="2025-03-14T04:36:12.873" v="12"/>
          <ac:spMkLst>
            <pc:docMk/>
            <pc:sldMk cId="3054773211" sldId="338"/>
            <ac:spMk id="6" creationId="{9EB1C71F-083B-2437-DA4F-345EB6597E9D}"/>
          </ac:spMkLst>
        </pc:spChg>
        <pc:spChg chg="mod">
          <ac:chgData name="Imazaki, Tomoya/今崎 智也" userId="848bb4c6-b74c-4953-bba0-f0430f4f9f49" providerId="ADAL" clId="{81B252DA-9B23-4C72-917F-0FE9AAF30911}" dt="2025-03-14T04:36:12.873" v="12"/>
          <ac:spMkLst>
            <pc:docMk/>
            <pc:sldMk cId="3054773211" sldId="338"/>
            <ac:spMk id="7" creationId="{43A083B9-8164-09EE-6292-CA3B176CF79F}"/>
          </ac:spMkLst>
        </pc:spChg>
        <pc:spChg chg="mod">
          <ac:chgData name="Imazaki, Tomoya/今崎 智也" userId="848bb4c6-b74c-4953-bba0-f0430f4f9f49" providerId="ADAL" clId="{81B252DA-9B23-4C72-917F-0FE9AAF30911}" dt="2025-03-14T04:36:12.873" v="12"/>
          <ac:spMkLst>
            <pc:docMk/>
            <pc:sldMk cId="3054773211" sldId="338"/>
            <ac:spMk id="9" creationId="{21C11EBE-66B1-A8BD-7FBA-433FF13F7C04}"/>
          </ac:spMkLst>
        </pc:spChg>
        <pc:spChg chg="mod">
          <ac:chgData name="Imazaki, Tomoya/今崎 智也" userId="848bb4c6-b74c-4953-bba0-f0430f4f9f49" providerId="ADAL" clId="{81B252DA-9B23-4C72-917F-0FE9AAF30911}" dt="2025-03-14T04:36:19.876" v="15" actId="1076"/>
          <ac:spMkLst>
            <pc:docMk/>
            <pc:sldMk cId="3054773211" sldId="338"/>
            <ac:spMk id="16" creationId="{72991513-B3D3-37BF-77D4-2904E5F3B38E}"/>
          </ac:spMkLst>
        </pc:spChg>
        <pc:spChg chg="mod">
          <ac:chgData name="Imazaki, Tomoya/今崎 智也" userId="848bb4c6-b74c-4953-bba0-f0430f4f9f49" providerId="ADAL" clId="{81B252DA-9B23-4C72-917F-0FE9AAF30911}" dt="2025-03-14T04:36:19.876" v="15" actId="1076"/>
          <ac:spMkLst>
            <pc:docMk/>
            <pc:sldMk cId="3054773211" sldId="338"/>
            <ac:spMk id="17" creationId="{EA1B4696-0577-CB19-7169-EDF1D6B43485}"/>
          </ac:spMkLst>
        </pc:spChg>
        <pc:spChg chg="mod">
          <ac:chgData name="Imazaki, Tomoya/今崎 智也" userId="848bb4c6-b74c-4953-bba0-f0430f4f9f49" providerId="ADAL" clId="{81B252DA-9B23-4C72-917F-0FE9AAF30911}" dt="2025-03-14T04:36:19.876" v="15" actId="1076"/>
          <ac:spMkLst>
            <pc:docMk/>
            <pc:sldMk cId="3054773211" sldId="338"/>
            <ac:spMk id="18" creationId="{819D6E88-2D81-D50D-4C4C-5532507D1D6D}"/>
          </ac:spMkLst>
        </pc:spChg>
        <pc:spChg chg="mod">
          <ac:chgData name="Imazaki, Tomoya/今崎 智也" userId="848bb4c6-b74c-4953-bba0-f0430f4f9f49" providerId="ADAL" clId="{81B252DA-9B23-4C72-917F-0FE9AAF30911}" dt="2025-03-14T04:36:50.872" v="22" actId="207"/>
          <ac:spMkLst>
            <pc:docMk/>
            <pc:sldMk cId="3054773211" sldId="338"/>
            <ac:spMk id="24" creationId="{865931A1-0787-2833-D215-1938B634C6A0}"/>
          </ac:spMkLst>
        </pc:spChg>
        <pc:spChg chg="mod">
          <ac:chgData name="Imazaki, Tomoya/今崎 智也" userId="848bb4c6-b74c-4953-bba0-f0430f4f9f49" providerId="ADAL" clId="{81B252DA-9B23-4C72-917F-0FE9AAF30911}" dt="2025-03-14T04:36:34.503" v="21" actId="20577"/>
          <ac:spMkLst>
            <pc:docMk/>
            <pc:sldMk cId="3054773211" sldId="338"/>
            <ac:spMk id="25" creationId="{E98EFAFC-3D13-B064-1FAE-201AFEBD4D50}"/>
          </ac:spMkLst>
        </pc:spChg>
        <pc:spChg chg="mod">
          <ac:chgData name="Imazaki, Tomoya/今崎 智也" userId="848bb4c6-b74c-4953-bba0-f0430f4f9f49" providerId="ADAL" clId="{81B252DA-9B23-4C72-917F-0FE9AAF30911}" dt="2025-03-14T04:34:33.008" v="5" actId="6549"/>
          <ac:spMkLst>
            <pc:docMk/>
            <pc:sldMk cId="3054773211" sldId="338"/>
            <ac:spMk id="26" creationId="{2D14AE6C-4A71-2E6E-3CA3-DFAB544140D2}"/>
          </ac:spMkLst>
        </pc:spChg>
        <pc:grpChg chg="add mod">
          <ac:chgData name="Imazaki, Tomoya/今崎 智也" userId="848bb4c6-b74c-4953-bba0-f0430f4f9f49" providerId="ADAL" clId="{81B252DA-9B23-4C72-917F-0FE9AAF30911}" dt="2025-03-14T04:36:12.873" v="12"/>
          <ac:grpSpMkLst>
            <pc:docMk/>
            <pc:sldMk cId="3054773211" sldId="338"/>
            <ac:grpSpMk id="2" creationId="{3051A873-DEA4-3783-6F5A-15779A8348A4}"/>
          </ac:grpSpMkLst>
        </pc:grpChg>
        <pc:grpChg chg="del mod">
          <ac:chgData name="Imazaki, Tomoya/今崎 智也" userId="848bb4c6-b74c-4953-bba0-f0430f4f9f49" providerId="ADAL" clId="{81B252DA-9B23-4C72-917F-0FE9AAF30911}" dt="2025-03-14T04:36:27.511" v="18" actId="478"/>
          <ac:grpSpMkLst>
            <pc:docMk/>
            <pc:sldMk cId="3054773211" sldId="338"/>
            <ac:grpSpMk id="14" creationId="{FF5B02A5-8E82-AE37-C9B8-48BB1BAA061C}"/>
          </ac:grpSpMkLst>
        </pc:grpChg>
        <pc:picChg chg="mod">
          <ac:chgData name="Imazaki, Tomoya/今崎 智也" userId="848bb4c6-b74c-4953-bba0-f0430f4f9f49" providerId="ADAL" clId="{81B252DA-9B23-4C72-917F-0FE9AAF30911}" dt="2025-03-14T04:36:12.873" v="12"/>
          <ac:picMkLst>
            <pc:docMk/>
            <pc:sldMk cId="3054773211" sldId="338"/>
            <ac:picMk id="4" creationId="{E283C0E0-4042-7999-2C1C-CE483A44C568}"/>
          </ac:picMkLst>
        </pc:picChg>
        <pc:picChg chg="add mod">
          <ac:chgData name="Imazaki, Tomoya/今崎 智也" userId="848bb4c6-b74c-4953-bba0-f0430f4f9f49" providerId="ADAL" clId="{81B252DA-9B23-4C72-917F-0FE9AAF30911}" dt="2025-03-14T04:36:24.078" v="17" actId="1076"/>
          <ac:picMkLst>
            <pc:docMk/>
            <pc:sldMk cId="3054773211" sldId="338"/>
            <ac:picMk id="12" creationId="{6D6BCA84-ABC7-12AA-F1DA-4F7FC743CA16}"/>
          </ac:picMkLst>
        </pc:picChg>
        <pc:picChg chg="mod">
          <ac:chgData name="Imazaki, Tomoya/今崎 智也" userId="848bb4c6-b74c-4953-bba0-f0430f4f9f49" providerId="ADAL" clId="{81B252DA-9B23-4C72-917F-0FE9AAF30911}" dt="2025-03-14T04:36:19.876" v="15" actId="1076"/>
          <ac:picMkLst>
            <pc:docMk/>
            <pc:sldMk cId="3054773211" sldId="338"/>
            <ac:picMk id="15" creationId="{E782356C-C2B0-012F-17D8-29702E87053E}"/>
          </ac:picMkLst>
        </pc:picChg>
      </pc:sldChg>
      <pc:sldChg chg="addSp delSp modSp del mod">
        <pc:chgData name="Imazaki, Tomoya/今崎 智也" userId="848bb4c6-b74c-4953-bba0-f0430f4f9f49" providerId="ADAL" clId="{81B252DA-9B23-4C72-917F-0FE9AAF30911}" dt="2025-03-14T04:43:10.572" v="54" actId="47"/>
        <pc:sldMkLst>
          <pc:docMk/>
          <pc:sldMk cId="1481905392" sldId="339"/>
        </pc:sldMkLst>
        <pc:spChg chg="del mod">
          <ac:chgData name="Imazaki, Tomoya/今崎 智也" userId="848bb4c6-b74c-4953-bba0-f0430f4f9f49" providerId="ADAL" clId="{81B252DA-9B23-4C72-917F-0FE9AAF30911}" dt="2025-03-14T04:42:38.355" v="45" actId="478"/>
          <ac:spMkLst>
            <pc:docMk/>
            <pc:sldMk cId="1481905392" sldId="339"/>
            <ac:spMk id="2" creationId="{20E86069-1FAC-4A45-1412-38D73DAF9170}"/>
          </ac:spMkLst>
        </pc:spChg>
        <pc:spChg chg="del">
          <ac:chgData name="Imazaki, Tomoya/今崎 智也" userId="848bb4c6-b74c-4953-bba0-f0430f4f9f49" providerId="ADAL" clId="{81B252DA-9B23-4C72-917F-0FE9AAF30911}" dt="2025-03-14T04:42:42.948" v="46" actId="478"/>
          <ac:spMkLst>
            <pc:docMk/>
            <pc:sldMk cId="1481905392" sldId="339"/>
            <ac:spMk id="4" creationId="{E67D1DBB-1F74-C46D-354C-EAFF47482BB2}"/>
          </ac:spMkLst>
        </pc:spChg>
        <pc:spChg chg="del">
          <ac:chgData name="Imazaki, Tomoya/今崎 智也" userId="848bb4c6-b74c-4953-bba0-f0430f4f9f49" providerId="ADAL" clId="{81B252DA-9B23-4C72-917F-0FE9AAF30911}" dt="2025-03-14T04:42:42.948" v="46" actId="478"/>
          <ac:spMkLst>
            <pc:docMk/>
            <pc:sldMk cId="1481905392" sldId="339"/>
            <ac:spMk id="6" creationId="{1A31358D-0342-030D-1D57-4CF136562AFC}"/>
          </ac:spMkLst>
        </pc:spChg>
        <pc:spChg chg="del">
          <ac:chgData name="Imazaki, Tomoya/今崎 智也" userId="848bb4c6-b74c-4953-bba0-f0430f4f9f49" providerId="ADAL" clId="{81B252DA-9B23-4C72-917F-0FE9AAF30911}" dt="2025-03-14T04:42:42.948" v="46" actId="478"/>
          <ac:spMkLst>
            <pc:docMk/>
            <pc:sldMk cId="1481905392" sldId="339"/>
            <ac:spMk id="7" creationId="{D94258EF-8C4A-BA99-FE8C-B7523E90BDF0}"/>
          </ac:spMkLst>
        </pc:spChg>
        <pc:spChg chg="del">
          <ac:chgData name="Imazaki, Tomoya/今崎 智也" userId="848bb4c6-b74c-4953-bba0-f0430f4f9f49" providerId="ADAL" clId="{81B252DA-9B23-4C72-917F-0FE9AAF30911}" dt="2025-03-14T04:42:42.948" v="46" actId="478"/>
          <ac:spMkLst>
            <pc:docMk/>
            <pc:sldMk cId="1481905392" sldId="339"/>
            <ac:spMk id="9" creationId="{CB3A2CD8-1AA0-E2DD-51C5-A83B430659DA}"/>
          </ac:spMkLst>
        </pc:spChg>
        <pc:spChg chg="add del mod">
          <ac:chgData name="Imazaki, Tomoya/今崎 智也" userId="848bb4c6-b74c-4953-bba0-f0430f4f9f49" providerId="ADAL" clId="{81B252DA-9B23-4C72-917F-0FE9AAF30911}" dt="2025-03-14T04:43:07.762" v="52" actId="21"/>
          <ac:spMkLst>
            <pc:docMk/>
            <pc:sldMk cId="1481905392" sldId="339"/>
            <ac:spMk id="12" creationId="{E0E8F592-9FEB-EE11-90E0-ADAAA61058D1}"/>
          </ac:spMkLst>
        </pc:spChg>
        <pc:spChg chg="add del mod">
          <ac:chgData name="Imazaki, Tomoya/今崎 智也" userId="848bb4c6-b74c-4953-bba0-f0430f4f9f49" providerId="ADAL" clId="{81B252DA-9B23-4C72-917F-0FE9AAF30911}" dt="2025-03-14T04:43:07.762" v="52" actId="21"/>
          <ac:spMkLst>
            <pc:docMk/>
            <pc:sldMk cId="1481905392" sldId="339"/>
            <ac:spMk id="13" creationId="{47FE8E9E-54D3-E0C0-B3DE-1D1CE555D481}"/>
          </ac:spMkLst>
        </pc:spChg>
        <pc:spChg chg="add del mod">
          <ac:chgData name="Imazaki, Tomoya/今崎 智也" userId="848bb4c6-b74c-4953-bba0-f0430f4f9f49" providerId="ADAL" clId="{81B252DA-9B23-4C72-917F-0FE9AAF30911}" dt="2025-03-14T04:43:07.762" v="52" actId="21"/>
          <ac:spMkLst>
            <pc:docMk/>
            <pc:sldMk cId="1481905392" sldId="339"/>
            <ac:spMk id="19" creationId="{A202136A-A53E-727E-61F4-5D2A813CD355}"/>
          </ac:spMkLst>
        </pc:spChg>
        <pc:spChg chg="add del mod">
          <ac:chgData name="Imazaki, Tomoya/今崎 智也" userId="848bb4c6-b74c-4953-bba0-f0430f4f9f49" providerId="ADAL" clId="{81B252DA-9B23-4C72-917F-0FE9AAF30911}" dt="2025-03-14T04:43:07.762" v="52" actId="21"/>
          <ac:spMkLst>
            <pc:docMk/>
            <pc:sldMk cId="1481905392" sldId="339"/>
            <ac:spMk id="20" creationId="{FFE71954-64A1-961D-5E28-D5F7AA6A0A2C}"/>
          </ac:spMkLst>
        </pc:spChg>
        <pc:spChg chg="add del mod">
          <ac:chgData name="Imazaki, Tomoya/今崎 智也" userId="848bb4c6-b74c-4953-bba0-f0430f4f9f49" providerId="ADAL" clId="{81B252DA-9B23-4C72-917F-0FE9AAF30911}" dt="2025-03-14T04:43:07.762" v="52" actId="21"/>
          <ac:spMkLst>
            <pc:docMk/>
            <pc:sldMk cId="1481905392" sldId="339"/>
            <ac:spMk id="21" creationId="{77A2FE7F-8AAB-308B-74CE-2D929B04B7DA}"/>
          </ac:spMkLst>
        </pc:spChg>
      </pc:sldChg>
      <pc:sldChg chg="del">
        <pc:chgData name="Imazaki, Tomoya/今崎 智也" userId="848bb4c6-b74c-4953-bba0-f0430f4f9f49" providerId="ADAL" clId="{81B252DA-9B23-4C72-917F-0FE9AAF30911}" dt="2025-03-14T07:43:50.509" v="1442" actId="47"/>
        <pc:sldMkLst>
          <pc:docMk/>
          <pc:sldMk cId="1123615696" sldId="340"/>
        </pc:sldMkLst>
      </pc:sldChg>
      <pc:sldChg chg="del">
        <pc:chgData name="Imazaki, Tomoya/今崎 智也" userId="848bb4c6-b74c-4953-bba0-f0430f4f9f49" providerId="ADAL" clId="{81B252DA-9B23-4C72-917F-0FE9AAF30911}" dt="2025-03-14T07:43:50.509" v="1442" actId="47"/>
        <pc:sldMkLst>
          <pc:docMk/>
          <pc:sldMk cId="220847039" sldId="342"/>
        </pc:sldMkLst>
      </pc:sldChg>
      <pc:sldChg chg="del">
        <pc:chgData name="Imazaki, Tomoya/今崎 智也" userId="848bb4c6-b74c-4953-bba0-f0430f4f9f49" providerId="ADAL" clId="{81B252DA-9B23-4C72-917F-0FE9AAF30911}" dt="2025-03-14T07:43:50.509" v="1442" actId="47"/>
        <pc:sldMkLst>
          <pc:docMk/>
          <pc:sldMk cId="2679789661" sldId="343"/>
        </pc:sldMkLst>
      </pc:sldChg>
      <pc:sldChg chg="del">
        <pc:chgData name="Imazaki, Tomoya/今崎 智也" userId="848bb4c6-b74c-4953-bba0-f0430f4f9f49" providerId="ADAL" clId="{81B252DA-9B23-4C72-917F-0FE9AAF30911}" dt="2025-03-14T07:43:50.509" v="1442" actId="47"/>
        <pc:sldMkLst>
          <pc:docMk/>
          <pc:sldMk cId="2313424971" sldId="345"/>
        </pc:sldMkLst>
      </pc:sldChg>
      <pc:sldChg chg="del">
        <pc:chgData name="Imazaki, Tomoya/今崎 智也" userId="848bb4c6-b74c-4953-bba0-f0430f4f9f49" providerId="ADAL" clId="{81B252DA-9B23-4C72-917F-0FE9AAF30911}" dt="2025-03-14T07:43:50.509" v="1442" actId="47"/>
        <pc:sldMkLst>
          <pc:docMk/>
          <pc:sldMk cId="3497814167" sldId="346"/>
        </pc:sldMkLst>
      </pc:sldChg>
      <pc:sldChg chg="new del">
        <pc:chgData name="Imazaki, Tomoya/今崎 智也" userId="848bb4c6-b74c-4953-bba0-f0430f4f9f49" providerId="ADAL" clId="{81B252DA-9B23-4C72-917F-0FE9AAF30911}" dt="2025-03-14T04:38:04.481" v="38" actId="47"/>
        <pc:sldMkLst>
          <pc:docMk/>
          <pc:sldMk cId="1114355304" sldId="347"/>
        </pc:sldMkLst>
      </pc:sldChg>
      <pc:sldChg chg="addSp delSp modSp add mod modClrScheme chgLayout">
        <pc:chgData name="Imazaki, Tomoya/今崎 智也" userId="848bb4c6-b74c-4953-bba0-f0430f4f9f49" providerId="ADAL" clId="{81B252DA-9B23-4C72-917F-0FE9AAF30911}" dt="2025-03-14T04:43:09.002" v="53"/>
        <pc:sldMkLst>
          <pc:docMk/>
          <pc:sldMk cId="1419881132" sldId="348"/>
        </pc:sldMkLst>
        <pc:spChg chg="add mod">
          <ac:chgData name="Imazaki, Tomoya/今崎 智也" userId="848bb4c6-b74c-4953-bba0-f0430f4f9f49" providerId="ADAL" clId="{81B252DA-9B23-4C72-917F-0FE9AAF30911}" dt="2025-03-14T04:43:09.002" v="53"/>
          <ac:spMkLst>
            <pc:docMk/>
            <pc:sldMk cId="1419881132" sldId="348"/>
            <ac:spMk id="2" creationId="{E0E8F592-9FEB-EE11-90E0-ADAAA61058D1}"/>
          </ac:spMkLst>
        </pc:spChg>
        <pc:spChg chg="add mod">
          <ac:chgData name="Imazaki, Tomoya/今崎 智也" userId="848bb4c6-b74c-4953-bba0-f0430f4f9f49" providerId="ADAL" clId="{81B252DA-9B23-4C72-917F-0FE9AAF30911}" dt="2025-03-14T04:43:09.002" v="53"/>
          <ac:spMkLst>
            <pc:docMk/>
            <pc:sldMk cId="1419881132" sldId="348"/>
            <ac:spMk id="13" creationId="{47FE8E9E-54D3-E0C0-B3DE-1D1CE555D481}"/>
          </ac:spMkLst>
        </pc:spChg>
        <pc:spChg chg="add mod">
          <ac:chgData name="Imazaki, Tomoya/今崎 智也" userId="848bb4c6-b74c-4953-bba0-f0430f4f9f49" providerId="ADAL" clId="{81B252DA-9B23-4C72-917F-0FE9AAF30911}" dt="2025-03-14T04:43:09.002" v="53"/>
          <ac:spMkLst>
            <pc:docMk/>
            <pc:sldMk cId="1419881132" sldId="348"/>
            <ac:spMk id="19" creationId="{A202136A-A53E-727E-61F4-5D2A813CD355}"/>
          </ac:spMkLst>
        </pc:spChg>
        <pc:spChg chg="add mod">
          <ac:chgData name="Imazaki, Tomoya/今崎 智也" userId="848bb4c6-b74c-4953-bba0-f0430f4f9f49" providerId="ADAL" clId="{81B252DA-9B23-4C72-917F-0FE9AAF30911}" dt="2025-03-14T04:43:09.002" v="53"/>
          <ac:spMkLst>
            <pc:docMk/>
            <pc:sldMk cId="1419881132" sldId="348"/>
            <ac:spMk id="20" creationId="{FFE71954-64A1-961D-5E28-D5F7AA6A0A2C}"/>
          </ac:spMkLst>
        </pc:spChg>
        <pc:spChg chg="add mod">
          <ac:chgData name="Imazaki, Tomoya/今崎 智也" userId="848bb4c6-b74c-4953-bba0-f0430f4f9f49" providerId="ADAL" clId="{81B252DA-9B23-4C72-917F-0FE9AAF30911}" dt="2025-03-14T04:43:09.002" v="53"/>
          <ac:spMkLst>
            <pc:docMk/>
            <pc:sldMk cId="1419881132" sldId="348"/>
            <ac:spMk id="21" creationId="{77A2FE7F-8AAB-308B-74CE-2D929B04B7DA}"/>
          </ac:spMkLst>
        </pc:spChg>
        <pc:spChg chg="del">
          <ac:chgData name="Imazaki, Tomoya/今崎 智也" userId="848bb4c6-b74c-4953-bba0-f0430f4f9f49" providerId="ADAL" clId="{81B252DA-9B23-4C72-917F-0FE9AAF30911}" dt="2025-03-14T04:38:15.052" v="40" actId="478"/>
          <ac:spMkLst>
            <pc:docMk/>
            <pc:sldMk cId="1419881132" sldId="348"/>
            <ac:spMk id="25" creationId="{E98EFAFC-3D13-B064-1FAE-201AFEBD4D50}"/>
          </ac:spMkLst>
        </pc:spChg>
        <pc:spChg chg="del">
          <ac:chgData name="Imazaki, Tomoya/今崎 智也" userId="848bb4c6-b74c-4953-bba0-f0430f4f9f49" providerId="ADAL" clId="{81B252DA-9B23-4C72-917F-0FE9AAF30911}" dt="2025-03-14T04:38:16.555" v="41" actId="478"/>
          <ac:spMkLst>
            <pc:docMk/>
            <pc:sldMk cId="1419881132" sldId="348"/>
            <ac:spMk id="26" creationId="{2D14AE6C-4A71-2E6E-3CA3-DFAB544140D2}"/>
          </ac:spMkLst>
        </pc:spChg>
      </pc:sldChg>
      <pc:sldChg chg="addSp delSp modSp add mod">
        <pc:chgData name="Imazaki, Tomoya/今崎 智也" userId="848bb4c6-b74c-4953-bba0-f0430f4f9f49" providerId="ADAL" clId="{81B252DA-9B23-4C72-917F-0FE9AAF30911}" dt="2025-03-14T06:25:49.724" v="667" actId="1076"/>
        <pc:sldMkLst>
          <pc:docMk/>
          <pc:sldMk cId="3115625316" sldId="349"/>
        </pc:sldMkLst>
        <pc:spChg chg="del">
          <ac:chgData name="Imazaki, Tomoya/今崎 智也" userId="848bb4c6-b74c-4953-bba0-f0430f4f9f49" providerId="ADAL" clId="{81B252DA-9B23-4C72-917F-0FE9AAF30911}" dt="2025-03-14T04:43:16.159" v="56" actId="478"/>
          <ac:spMkLst>
            <pc:docMk/>
            <pc:sldMk cId="3115625316" sldId="349"/>
            <ac:spMk id="2" creationId="{E0E8F592-9FEB-EE11-90E0-ADAAA61058D1}"/>
          </ac:spMkLst>
        </pc:spChg>
        <pc:spChg chg="add mod">
          <ac:chgData name="Imazaki, Tomoya/今崎 智也" userId="848bb4c6-b74c-4953-bba0-f0430f4f9f49" providerId="ADAL" clId="{81B252DA-9B23-4C72-917F-0FE9AAF30911}" dt="2025-03-14T06:25:28.320" v="665" actId="1076"/>
          <ac:spMkLst>
            <pc:docMk/>
            <pc:sldMk cId="3115625316" sldId="349"/>
            <ac:spMk id="7" creationId="{DC05A991-1BE6-E798-7E03-99A2485E5988}"/>
          </ac:spMkLst>
        </pc:spChg>
        <pc:spChg chg="add mod">
          <ac:chgData name="Imazaki, Tomoya/今崎 智也" userId="848bb4c6-b74c-4953-bba0-f0430f4f9f49" providerId="ADAL" clId="{81B252DA-9B23-4C72-917F-0FE9AAF30911}" dt="2025-03-14T06:25:28.320" v="665" actId="1076"/>
          <ac:spMkLst>
            <pc:docMk/>
            <pc:sldMk cId="3115625316" sldId="349"/>
            <ac:spMk id="9" creationId="{12299CB3-716B-3574-74DA-4C62AEB9AC7F}"/>
          </ac:spMkLst>
        </pc:spChg>
        <pc:spChg chg="del">
          <ac:chgData name="Imazaki, Tomoya/今崎 智也" userId="848bb4c6-b74c-4953-bba0-f0430f4f9f49" providerId="ADAL" clId="{81B252DA-9B23-4C72-917F-0FE9AAF30911}" dt="2025-03-14T04:43:16.159" v="56" actId="478"/>
          <ac:spMkLst>
            <pc:docMk/>
            <pc:sldMk cId="3115625316" sldId="349"/>
            <ac:spMk id="13" creationId="{47FE8E9E-54D3-E0C0-B3DE-1D1CE555D481}"/>
          </ac:spMkLst>
        </pc:spChg>
        <pc:spChg chg="add del mod">
          <ac:chgData name="Imazaki, Tomoya/今崎 智也" userId="848bb4c6-b74c-4953-bba0-f0430f4f9f49" providerId="ADAL" clId="{81B252DA-9B23-4C72-917F-0FE9AAF30911}" dt="2025-03-14T04:48:12.675" v="224" actId="478"/>
          <ac:spMkLst>
            <pc:docMk/>
            <pc:sldMk cId="3115625316" sldId="349"/>
            <ac:spMk id="15" creationId="{D293C1DC-0D46-DD2C-60F3-4D4C1D671348}"/>
          </ac:spMkLst>
        </pc:spChg>
        <pc:spChg chg="add del mod">
          <ac:chgData name="Imazaki, Tomoya/今崎 智也" userId="848bb4c6-b74c-4953-bba0-f0430f4f9f49" providerId="ADAL" clId="{81B252DA-9B23-4C72-917F-0FE9AAF30911}" dt="2025-03-14T04:52:26.115" v="322" actId="478"/>
          <ac:spMkLst>
            <pc:docMk/>
            <pc:sldMk cId="3115625316" sldId="349"/>
            <ac:spMk id="16" creationId="{212521F5-4BBD-FC96-102F-71A55AE69064}"/>
          </ac:spMkLst>
        </pc:spChg>
        <pc:spChg chg="add mod ord">
          <ac:chgData name="Imazaki, Tomoya/今崎 智也" userId="848bb4c6-b74c-4953-bba0-f0430f4f9f49" providerId="ADAL" clId="{81B252DA-9B23-4C72-917F-0FE9AAF30911}" dt="2025-03-14T04:52:02.835" v="315" actId="166"/>
          <ac:spMkLst>
            <pc:docMk/>
            <pc:sldMk cId="3115625316" sldId="349"/>
            <ac:spMk id="17" creationId="{8CDF1F7C-F03A-A9DD-DDD8-5764E0CA5576}"/>
          </ac:spMkLst>
        </pc:spChg>
        <pc:spChg chg="add mod ord">
          <ac:chgData name="Imazaki, Tomoya/今崎 智也" userId="848bb4c6-b74c-4953-bba0-f0430f4f9f49" providerId="ADAL" clId="{81B252DA-9B23-4C72-917F-0FE9AAF30911}" dt="2025-03-14T04:52:02.835" v="315" actId="166"/>
          <ac:spMkLst>
            <pc:docMk/>
            <pc:sldMk cId="3115625316" sldId="349"/>
            <ac:spMk id="18" creationId="{8584EC93-F691-7516-D201-C350655A3795}"/>
          </ac:spMkLst>
        </pc:spChg>
        <pc:spChg chg="del">
          <ac:chgData name="Imazaki, Tomoya/今崎 智也" userId="848bb4c6-b74c-4953-bba0-f0430f4f9f49" providerId="ADAL" clId="{81B252DA-9B23-4C72-917F-0FE9AAF30911}" dt="2025-03-14T04:43:16.159" v="56" actId="478"/>
          <ac:spMkLst>
            <pc:docMk/>
            <pc:sldMk cId="3115625316" sldId="349"/>
            <ac:spMk id="19" creationId="{A202136A-A53E-727E-61F4-5D2A813CD355}"/>
          </ac:spMkLst>
        </pc:spChg>
        <pc:spChg chg="del">
          <ac:chgData name="Imazaki, Tomoya/今崎 智也" userId="848bb4c6-b74c-4953-bba0-f0430f4f9f49" providerId="ADAL" clId="{81B252DA-9B23-4C72-917F-0FE9AAF30911}" dt="2025-03-14T04:43:16.159" v="56" actId="478"/>
          <ac:spMkLst>
            <pc:docMk/>
            <pc:sldMk cId="3115625316" sldId="349"/>
            <ac:spMk id="20" creationId="{FFE71954-64A1-961D-5E28-D5F7AA6A0A2C}"/>
          </ac:spMkLst>
        </pc:spChg>
        <pc:spChg chg="del">
          <ac:chgData name="Imazaki, Tomoya/今崎 智也" userId="848bb4c6-b74c-4953-bba0-f0430f4f9f49" providerId="ADAL" clId="{81B252DA-9B23-4C72-917F-0FE9AAF30911}" dt="2025-03-14T04:43:16.159" v="56" actId="478"/>
          <ac:spMkLst>
            <pc:docMk/>
            <pc:sldMk cId="3115625316" sldId="349"/>
            <ac:spMk id="21" creationId="{77A2FE7F-8AAB-308B-74CE-2D929B04B7DA}"/>
          </ac:spMkLst>
        </pc:spChg>
        <pc:spChg chg="add mod ord">
          <ac:chgData name="Imazaki, Tomoya/今崎 智也" userId="848bb4c6-b74c-4953-bba0-f0430f4f9f49" providerId="ADAL" clId="{81B252DA-9B23-4C72-917F-0FE9AAF30911}" dt="2025-03-14T04:58:38.094" v="541" actId="1076"/>
          <ac:spMkLst>
            <pc:docMk/>
            <pc:sldMk cId="3115625316" sldId="349"/>
            <ac:spMk id="22" creationId="{7F352CC3-2C8D-6E61-7AB6-F8ABFA7D52F5}"/>
          </ac:spMkLst>
        </pc:spChg>
        <pc:spChg chg="add mod ord">
          <ac:chgData name="Imazaki, Tomoya/今崎 智也" userId="848bb4c6-b74c-4953-bba0-f0430f4f9f49" providerId="ADAL" clId="{81B252DA-9B23-4C72-917F-0FE9AAF30911}" dt="2025-03-14T04:52:02.835" v="315" actId="166"/>
          <ac:spMkLst>
            <pc:docMk/>
            <pc:sldMk cId="3115625316" sldId="349"/>
            <ac:spMk id="23" creationId="{0231E171-23B5-4A1C-E700-78AC28D363EB}"/>
          </ac:spMkLst>
        </pc:spChg>
        <pc:spChg chg="add mod">
          <ac:chgData name="Imazaki, Tomoya/今崎 智也" userId="848bb4c6-b74c-4953-bba0-f0430f4f9f49" providerId="ADAL" clId="{81B252DA-9B23-4C72-917F-0FE9AAF30911}" dt="2025-03-14T04:44:11.066" v="62"/>
          <ac:spMkLst>
            <pc:docMk/>
            <pc:sldMk cId="3115625316" sldId="349"/>
            <ac:spMk id="25" creationId="{24EE0EB0-E5B4-BB92-AE8B-F7939584FDB8}"/>
          </ac:spMkLst>
        </pc:spChg>
        <pc:spChg chg="mod">
          <ac:chgData name="Imazaki, Tomoya/今崎 智也" userId="848bb4c6-b74c-4953-bba0-f0430f4f9f49" providerId="ADAL" clId="{81B252DA-9B23-4C72-917F-0FE9AAF30911}" dt="2025-03-14T04:44:11.066" v="62"/>
          <ac:spMkLst>
            <pc:docMk/>
            <pc:sldMk cId="3115625316" sldId="349"/>
            <ac:spMk id="28" creationId="{0EEFE470-E109-17F2-B4B6-1A84E0E17856}"/>
          </ac:spMkLst>
        </pc:spChg>
        <pc:spChg chg="mod">
          <ac:chgData name="Imazaki, Tomoya/今崎 智也" userId="848bb4c6-b74c-4953-bba0-f0430f4f9f49" providerId="ADAL" clId="{81B252DA-9B23-4C72-917F-0FE9AAF30911}" dt="2025-03-14T04:44:11.066" v="62"/>
          <ac:spMkLst>
            <pc:docMk/>
            <pc:sldMk cId="3115625316" sldId="349"/>
            <ac:spMk id="29" creationId="{A82D536E-30E8-0E6E-7450-C65B0F5AD662}"/>
          </ac:spMkLst>
        </pc:spChg>
        <pc:spChg chg="mod">
          <ac:chgData name="Imazaki, Tomoya/今崎 智也" userId="848bb4c6-b74c-4953-bba0-f0430f4f9f49" providerId="ADAL" clId="{81B252DA-9B23-4C72-917F-0FE9AAF30911}" dt="2025-03-14T04:44:11.066" v="62"/>
          <ac:spMkLst>
            <pc:docMk/>
            <pc:sldMk cId="3115625316" sldId="349"/>
            <ac:spMk id="30" creationId="{A23FA86A-CEC8-4968-7CE1-56130095CF54}"/>
          </ac:spMkLst>
        </pc:spChg>
        <pc:spChg chg="mod">
          <ac:chgData name="Imazaki, Tomoya/今崎 智也" userId="848bb4c6-b74c-4953-bba0-f0430f4f9f49" providerId="ADAL" clId="{81B252DA-9B23-4C72-917F-0FE9AAF30911}" dt="2025-03-14T04:44:11.066" v="62"/>
          <ac:spMkLst>
            <pc:docMk/>
            <pc:sldMk cId="3115625316" sldId="349"/>
            <ac:spMk id="31" creationId="{DF262BDF-0427-EDE3-812D-E09483EAB09D}"/>
          </ac:spMkLst>
        </pc:spChg>
        <pc:spChg chg="mod">
          <ac:chgData name="Imazaki, Tomoya/今崎 智也" userId="848bb4c6-b74c-4953-bba0-f0430f4f9f49" providerId="ADAL" clId="{81B252DA-9B23-4C72-917F-0FE9AAF30911}" dt="2025-03-14T04:44:11.066" v="62"/>
          <ac:spMkLst>
            <pc:docMk/>
            <pc:sldMk cId="3115625316" sldId="349"/>
            <ac:spMk id="34" creationId="{32AE4EE6-0EBF-8D7B-BBE8-4BA34CEDDF1B}"/>
          </ac:spMkLst>
        </pc:spChg>
        <pc:spChg chg="add mod">
          <ac:chgData name="Imazaki, Tomoya/今崎 智也" userId="848bb4c6-b74c-4953-bba0-f0430f4f9f49" providerId="ADAL" clId="{81B252DA-9B23-4C72-917F-0FE9AAF30911}" dt="2025-03-14T04:44:11.066" v="62"/>
          <ac:spMkLst>
            <pc:docMk/>
            <pc:sldMk cId="3115625316" sldId="349"/>
            <ac:spMk id="35" creationId="{64A3C93C-A323-B069-461B-3B828A0FEC3C}"/>
          </ac:spMkLst>
        </pc:spChg>
        <pc:spChg chg="add mod">
          <ac:chgData name="Imazaki, Tomoya/今崎 智也" userId="848bb4c6-b74c-4953-bba0-f0430f4f9f49" providerId="ADAL" clId="{81B252DA-9B23-4C72-917F-0FE9AAF30911}" dt="2025-03-14T06:25:49.724" v="667" actId="1076"/>
          <ac:spMkLst>
            <pc:docMk/>
            <pc:sldMk cId="3115625316" sldId="349"/>
            <ac:spMk id="39" creationId="{AE568833-C0C8-D00B-BB6C-0CB0FEE34039}"/>
          </ac:spMkLst>
        </pc:spChg>
        <pc:spChg chg="add del mod">
          <ac:chgData name="Imazaki, Tomoya/今崎 智也" userId="848bb4c6-b74c-4953-bba0-f0430f4f9f49" providerId="ADAL" clId="{81B252DA-9B23-4C72-917F-0FE9AAF30911}" dt="2025-03-14T04:47:53.376" v="217" actId="478"/>
          <ac:spMkLst>
            <pc:docMk/>
            <pc:sldMk cId="3115625316" sldId="349"/>
            <ac:spMk id="41" creationId="{8592CAC8-1208-1648-46E2-3BC0D3AF724E}"/>
          </ac:spMkLst>
        </pc:spChg>
        <pc:spChg chg="add mod ord">
          <ac:chgData name="Imazaki, Tomoya/今崎 智也" userId="848bb4c6-b74c-4953-bba0-f0430f4f9f49" providerId="ADAL" clId="{81B252DA-9B23-4C72-917F-0FE9AAF30911}" dt="2025-03-14T04:58:32.186" v="539" actId="14100"/>
          <ac:spMkLst>
            <pc:docMk/>
            <pc:sldMk cId="3115625316" sldId="349"/>
            <ac:spMk id="43" creationId="{6CAC8E1D-CCF5-ED57-BAF0-B21EE012923D}"/>
          </ac:spMkLst>
        </pc:spChg>
        <pc:spChg chg="add mod ord">
          <ac:chgData name="Imazaki, Tomoya/今崎 智也" userId="848bb4c6-b74c-4953-bba0-f0430f4f9f49" providerId="ADAL" clId="{81B252DA-9B23-4C72-917F-0FE9AAF30911}" dt="2025-03-14T04:57:21.243" v="514" actId="1076"/>
          <ac:spMkLst>
            <pc:docMk/>
            <pc:sldMk cId="3115625316" sldId="349"/>
            <ac:spMk id="45" creationId="{501F8613-785E-052F-2A52-1C9CCF27238B}"/>
          </ac:spMkLst>
        </pc:spChg>
        <pc:spChg chg="add mod ord">
          <ac:chgData name="Imazaki, Tomoya/今崎 智也" userId="848bb4c6-b74c-4953-bba0-f0430f4f9f49" providerId="ADAL" clId="{81B252DA-9B23-4C72-917F-0FE9AAF30911}" dt="2025-03-14T04:58:29.049" v="538" actId="1076"/>
          <ac:spMkLst>
            <pc:docMk/>
            <pc:sldMk cId="3115625316" sldId="349"/>
            <ac:spMk id="72" creationId="{0BF06108-807C-3BFF-23E5-2DDC921AF214}"/>
          </ac:spMkLst>
        </pc:spChg>
        <pc:spChg chg="add mod ord">
          <ac:chgData name="Imazaki, Tomoya/今崎 智也" userId="848bb4c6-b74c-4953-bba0-f0430f4f9f49" providerId="ADAL" clId="{81B252DA-9B23-4C72-917F-0FE9AAF30911}" dt="2025-03-14T04:58:35.209" v="540" actId="1076"/>
          <ac:spMkLst>
            <pc:docMk/>
            <pc:sldMk cId="3115625316" sldId="349"/>
            <ac:spMk id="73" creationId="{D4FB47B2-0197-757F-5834-C80C3E651899}"/>
          </ac:spMkLst>
        </pc:spChg>
        <pc:spChg chg="add mod ord">
          <ac:chgData name="Imazaki, Tomoya/今崎 智也" userId="848bb4c6-b74c-4953-bba0-f0430f4f9f49" providerId="ADAL" clId="{81B252DA-9B23-4C72-917F-0FE9AAF30911}" dt="2025-03-14T04:57:21.243" v="514" actId="1076"/>
          <ac:spMkLst>
            <pc:docMk/>
            <pc:sldMk cId="3115625316" sldId="349"/>
            <ac:spMk id="74" creationId="{45940AA9-1181-23B7-A132-D8EDF5B9E307}"/>
          </ac:spMkLst>
        </pc:spChg>
        <pc:spChg chg="add del mod">
          <ac:chgData name="Imazaki, Tomoya/今崎 智也" userId="848bb4c6-b74c-4953-bba0-f0430f4f9f49" providerId="ADAL" clId="{81B252DA-9B23-4C72-917F-0FE9AAF30911}" dt="2025-03-14T04:54:45.505" v="398" actId="478"/>
          <ac:spMkLst>
            <pc:docMk/>
            <pc:sldMk cId="3115625316" sldId="349"/>
            <ac:spMk id="75" creationId="{AEFA9687-EE2B-9A0D-D351-C0C9DE7FDDC5}"/>
          </ac:spMkLst>
        </pc:spChg>
        <pc:spChg chg="add mod ord">
          <ac:chgData name="Imazaki, Tomoya/今崎 智也" userId="848bb4c6-b74c-4953-bba0-f0430f4f9f49" providerId="ADAL" clId="{81B252DA-9B23-4C72-917F-0FE9AAF30911}" dt="2025-03-14T06:25:34.874" v="666" actId="1076"/>
          <ac:spMkLst>
            <pc:docMk/>
            <pc:sldMk cId="3115625316" sldId="349"/>
            <ac:spMk id="76" creationId="{3805E9E9-55F5-1922-C315-A9599F6A0FD9}"/>
          </ac:spMkLst>
        </pc:spChg>
        <pc:spChg chg="add del mod">
          <ac:chgData name="Imazaki, Tomoya/今崎 智也" userId="848bb4c6-b74c-4953-bba0-f0430f4f9f49" providerId="ADAL" clId="{81B252DA-9B23-4C72-917F-0FE9AAF30911}" dt="2025-03-14T06:21:11.193" v="543" actId="478"/>
          <ac:spMkLst>
            <pc:docMk/>
            <pc:sldMk cId="3115625316" sldId="349"/>
            <ac:spMk id="77" creationId="{2CF07C98-65AC-8A1C-F0E2-2A82A47E28DA}"/>
          </ac:spMkLst>
        </pc:spChg>
        <pc:spChg chg="add mod">
          <ac:chgData name="Imazaki, Tomoya/今崎 智也" userId="848bb4c6-b74c-4953-bba0-f0430f4f9f49" providerId="ADAL" clId="{81B252DA-9B23-4C72-917F-0FE9AAF30911}" dt="2025-03-14T06:25:28.320" v="665" actId="1076"/>
          <ac:spMkLst>
            <pc:docMk/>
            <pc:sldMk cId="3115625316" sldId="349"/>
            <ac:spMk id="78" creationId="{354DF35D-F10D-E35B-14AE-59C043C08D09}"/>
          </ac:spMkLst>
        </pc:spChg>
        <pc:spChg chg="add mod">
          <ac:chgData name="Imazaki, Tomoya/今崎 智也" userId="848bb4c6-b74c-4953-bba0-f0430f4f9f49" providerId="ADAL" clId="{81B252DA-9B23-4C72-917F-0FE9AAF30911}" dt="2025-03-14T06:25:28.320" v="665" actId="1076"/>
          <ac:spMkLst>
            <pc:docMk/>
            <pc:sldMk cId="3115625316" sldId="349"/>
            <ac:spMk id="79" creationId="{A255E895-5E75-7A62-DB76-A0333E7E97D4}"/>
          </ac:spMkLst>
        </pc:spChg>
        <pc:spChg chg="add mod">
          <ac:chgData name="Imazaki, Tomoya/今崎 智也" userId="848bb4c6-b74c-4953-bba0-f0430f4f9f49" providerId="ADAL" clId="{81B252DA-9B23-4C72-917F-0FE9AAF30911}" dt="2025-03-14T06:25:28.320" v="665" actId="1076"/>
          <ac:spMkLst>
            <pc:docMk/>
            <pc:sldMk cId="3115625316" sldId="349"/>
            <ac:spMk id="80" creationId="{6E52E7F4-A9F1-809E-F88C-6096F2E38E37}"/>
          </ac:spMkLst>
        </pc:spChg>
        <pc:spChg chg="add mod">
          <ac:chgData name="Imazaki, Tomoya/今崎 智也" userId="848bb4c6-b74c-4953-bba0-f0430f4f9f49" providerId="ADAL" clId="{81B252DA-9B23-4C72-917F-0FE9AAF30911}" dt="2025-03-14T06:25:28.320" v="665" actId="1076"/>
          <ac:spMkLst>
            <pc:docMk/>
            <pc:sldMk cId="3115625316" sldId="349"/>
            <ac:spMk id="81" creationId="{FBB5D1A2-8279-9ACA-EA05-A3E6D84C3FE1}"/>
          </ac:spMkLst>
        </pc:spChg>
        <pc:spChg chg="add mod">
          <ac:chgData name="Imazaki, Tomoya/今崎 智也" userId="848bb4c6-b74c-4953-bba0-f0430f4f9f49" providerId="ADAL" clId="{81B252DA-9B23-4C72-917F-0FE9AAF30911}" dt="2025-03-14T06:25:28.320" v="665" actId="1076"/>
          <ac:spMkLst>
            <pc:docMk/>
            <pc:sldMk cId="3115625316" sldId="349"/>
            <ac:spMk id="82" creationId="{7FA9E214-067E-5664-C8D1-6C05E53548F3}"/>
          </ac:spMkLst>
        </pc:spChg>
        <pc:spChg chg="add mod">
          <ac:chgData name="Imazaki, Tomoya/今崎 智也" userId="848bb4c6-b74c-4953-bba0-f0430f4f9f49" providerId="ADAL" clId="{81B252DA-9B23-4C72-917F-0FE9AAF30911}" dt="2025-03-14T06:25:28.320" v="665" actId="1076"/>
          <ac:spMkLst>
            <pc:docMk/>
            <pc:sldMk cId="3115625316" sldId="349"/>
            <ac:spMk id="83" creationId="{CF464858-9FFF-221E-DC7B-36E7718D9067}"/>
          </ac:spMkLst>
        </pc:spChg>
        <pc:spChg chg="add mod">
          <ac:chgData name="Imazaki, Tomoya/今崎 智也" userId="848bb4c6-b74c-4953-bba0-f0430f4f9f49" providerId="ADAL" clId="{81B252DA-9B23-4C72-917F-0FE9AAF30911}" dt="2025-03-14T06:25:28.320" v="665" actId="1076"/>
          <ac:spMkLst>
            <pc:docMk/>
            <pc:sldMk cId="3115625316" sldId="349"/>
            <ac:spMk id="84" creationId="{3E3F882C-F591-74BD-8C3F-38B592EBAE9C}"/>
          </ac:spMkLst>
        </pc:spChg>
        <pc:spChg chg="add mod">
          <ac:chgData name="Imazaki, Tomoya/今崎 智也" userId="848bb4c6-b74c-4953-bba0-f0430f4f9f49" providerId="ADAL" clId="{81B252DA-9B23-4C72-917F-0FE9AAF30911}" dt="2025-03-14T06:25:28.320" v="665" actId="1076"/>
          <ac:spMkLst>
            <pc:docMk/>
            <pc:sldMk cId="3115625316" sldId="349"/>
            <ac:spMk id="85" creationId="{C0CB9396-C3BD-B089-1D3D-58C99D6AB3FA}"/>
          </ac:spMkLst>
        </pc:spChg>
        <pc:spChg chg="add mod">
          <ac:chgData name="Imazaki, Tomoya/今崎 智也" userId="848bb4c6-b74c-4953-bba0-f0430f4f9f49" providerId="ADAL" clId="{81B252DA-9B23-4C72-917F-0FE9AAF30911}" dt="2025-03-14T06:25:28.320" v="665" actId="1076"/>
          <ac:spMkLst>
            <pc:docMk/>
            <pc:sldMk cId="3115625316" sldId="349"/>
            <ac:spMk id="86" creationId="{1A0C80D1-9DCE-2DAA-1089-E6984F7A5F80}"/>
          </ac:spMkLst>
        </pc:spChg>
        <pc:spChg chg="add mod">
          <ac:chgData name="Imazaki, Tomoya/今崎 智也" userId="848bb4c6-b74c-4953-bba0-f0430f4f9f49" providerId="ADAL" clId="{81B252DA-9B23-4C72-917F-0FE9AAF30911}" dt="2025-03-14T06:25:28.320" v="665" actId="1076"/>
          <ac:spMkLst>
            <pc:docMk/>
            <pc:sldMk cId="3115625316" sldId="349"/>
            <ac:spMk id="87" creationId="{51232392-C310-9700-9AE1-AF45CD77DB6C}"/>
          </ac:spMkLst>
        </pc:spChg>
        <pc:spChg chg="add mod">
          <ac:chgData name="Imazaki, Tomoya/今崎 智也" userId="848bb4c6-b74c-4953-bba0-f0430f4f9f49" providerId="ADAL" clId="{81B252DA-9B23-4C72-917F-0FE9AAF30911}" dt="2025-03-14T06:25:28.320" v="665" actId="1076"/>
          <ac:spMkLst>
            <pc:docMk/>
            <pc:sldMk cId="3115625316" sldId="349"/>
            <ac:spMk id="88" creationId="{BA974755-1601-9781-96E3-787F79DA7B9B}"/>
          </ac:spMkLst>
        </pc:spChg>
        <pc:spChg chg="add mod">
          <ac:chgData name="Imazaki, Tomoya/今崎 智也" userId="848bb4c6-b74c-4953-bba0-f0430f4f9f49" providerId="ADAL" clId="{81B252DA-9B23-4C72-917F-0FE9AAF30911}" dt="2025-03-14T06:23:00.615" v="649" actId="1076"/>
          <ac:spMkLst>
            <pc:docMk/>
            <pc:sldMk cId="3115625316" sldId="349"/>
            <ac:spMk id="89" creationId="{39355C3D-466B-CEF6-4A62-FB0339AE29C0}"/>
          </ac:spMkLst>
        </pc:spChg>
        <pc:spChg chg="add mod">
          <ac:chgData name="Imazaki, Tomoya/今崎 智也" userId="848bb4c6-b74c-4953-bba0-f0430f4f9f49" providerId="ADAL" clId="{81B252DA-9B23-4C72-917F-0FE9AAF30911}" dt="2025-03-14T06:25:28.320" v="665" actId="1076"/>
          <ac:spMkLst>
            <pc:docMk/>
            <pc:sldMk cId="3115625316" sldId="349"/>
            <ac:spMk id="90" creationId="{FF61679C-9DB7-1A42-C0BB-0CF72D36F5C5}"/>
          </ac:spMkLst>
        </pc:spChg>
        <pc:spChg chg="add mod">
          <ac:chgData name="Imazaki, Tomoya/今崎 智也" userId="848bb4c6-b74c-4953-bba0-f0430f4f9f49" providerId="ADAL" clId="{81B252DA-9B23-4C72-917F-0FE9AAF30911}" dt="2025-03-14T06:25:28.320" v="665" actId="1076"/>
          <ac:spMkLst>
            <pc:docMk/>
            <pc:sldMk cId="3115625316" sldId="349"/>
            <ac:spMk id="91" creationId="{63C5015F-DEFF-8AFE-4C47-A4B1D3F1F55F}"/>
          </ac:spMkLst>
        </pc:spChg>
        <pc:spChg chg="add mod">
          <ac:chgData name="Imazaki, Tomoya/今崎 智也" userId="848bb4c6-b74c-4953-bba0-f0430f4f9f49" providerId="ADAL" clId="{81B252DA-9B23-4C72-917F-0FE9AAF30911}" dt="2025-03-14T04:57:21.243" v="514" actId="1076"/>
          <ac:spMkLst>
            <pc:docMk/>
            <pc:sldMk cId="3115625316" sldId="349"/>
            <ac:spMk id="92" creationId="{461C2A78-02B4-132A-92E0-0552F6F20352}"/>
          </ac:spMkLst>
        </pc:spChg>
        <pc:spChg chg="add mod">
          <ac:chgData name="Imazaki, Tomoya/今崎 智也" userId="848bb4c6-b74c-4953-bba0-f0430f4f9f49" providerId="ADAL" clId="{81B252DA-9B23-4C72-917F-0FE9AAF30911}" dt="2025-03-14T06:25:49.724" v="667" actId="1076"/>
          <ac:spMkLst>
            <pc:docMk/>
            <pc:sldMk cId="3115625316" sldId="349"/>
            <ac:spMk id="93" creationId="{B4A6CB3C-2087-25F6-B07E-254720842F4C}"/>
          </ac:spMkLst>
        </pc:spChg>
        <pc:spChg chg="add mod">
          <ac:chgData name="Imazaki, Tomoya/今崎 智也" userId="848bb4c6-b74c-4953-bba0-f0430f4f9f49" providerId="ADAL" clId="{81B252DA-9B23-4C72-917F-0FE9AAF30911}" dt="2025-03-14T04:48:04.134" v="221" actId="1076"/>
          <ac:spMkLst>
            <pc:docMk/>
            <pc:sldMk cId="3115625316" sldId="349"/>
            <ac:spMk id="95" creationId="{471FEA19-8433-D478-833F-A0AEE89F6990}"/>
          </ac:spMkLst>
        </pc:spChg>
        <pc:spChg chg="add mod">
          <ac:chgData name="Imazaki, Tomoya/今崎 智也" userId="848bb4c6-b74c-4953-bba0-f0430f4f9f49" providerId="ADAL" clId="{81B252DA-9B23-4C72-917F-0FE9AAF30911}" dt="2025-03-14T04:57:21.243" v="514" actId="1076"/>
          <ac:spMkLst>
            <pc:docMk/>
            <pc:sldMk cId="3115625316" sldId="349"/>
            <ac:spMk id="96" creationId="{47B8FB1F-C47F-9F38-A15D-FFFC656DFBCB}"/>
          </ac:spMkLst>
        </pc:spChg>
        <pc:spChg chg="add mod">
          <ac:chgData name="Imazaki, Tomoya/今崎 智也" userId="848bb4c6-b74c-4953-bba0-f0430f4f9f49" providerId="ADAL" clId="{81B252DA-9B23-4C72-917F-0FE9AAF30911}" dt="2025-03-14T04:52:22.905" v="321" actId="207"/>
          <ac:spMkLst>
            <pc:docMk/>
            <pc:sldMk cId="3115625316" sldId="349"/>
            <ac:spMk id="97" creationId="{0522F791-D7A7-8365-C026-31F0C15A9513}"/>
          </ac:spMkLst>
        </pc:spChg>
        <pc:spChg chg="add mod">
          <ac:chgData name="Imazaki, Tomoya/今崎 智也" userId="848bb4c6-b74c-4953-bba0-f0430f4f9f49" providerId="ADAL" clId="{81B252DA-9B23-4C72-917F-0FE9AAF30911}" dt="2025-03-14T04:48:41.365" v="228" actId="1076"/>
          <ac:spMkLst>
            <pc:docMk/>
            <pc:sldMk cId="3115625316" sldId="349"/>
            <ac:spMk id="98" creationId="{778B5C3D-BC9B-54EA-1BC1-7BF77BBE9A3D}"/>
          </ac:spMkLst>
        </pc:spChg>
        <pc:spChg chg="add mod">
          <ac:chgData name="Imazaki, Tomoya/今崎 智也" userId="848bb4c6-b74c-4953-bba0-f0430f4f9f49" providerId="ADAL" clId="{81B252DA-9B23-4C72-917F-0FE9AAF30911}" dt="2025-03-14T04:50:53.260" v="310" actId="1076"/>
          <ac:spMkLst>
            <pc:docMk/>
            <pc:sldMk cId="3115625316" sldId="349"/>
            <ac:spMk id="99" creationId="{19A82205-6C44-B9F0-8E8F-CD3DEA31DE16}"/>
          </ac:spMkLst>
        </pc:spChg>
        <pc:spChg chg="add mod">
          <ac:chgData name="Imazaki, Tomoya/今崎 智也" userId="848bb4c6-b74c-4953-bba0-f0430f4f9f49" providerId="ADAL" clId="{81B252DA-9B23-4C72-917F-0FE9AAF30911}" dt="2025-03-14T04:58:09.468" v="527" actId="1038"/>
          <ac:spMkLst>
            <pc:docMk/>
            <pc:sldMk cId="3115625316" sldId="349"/>
            <ac:spMk id="100" creationId="{FFB4F976-B228-ED0C-CB2E-5F149CF485E1}"/>
          </ac:spMkLst>
        </pc:spChg>
        <pc:spChg chg="add mod">
          <ac:chgData name="Imazaki, Tomoya/今崎 智也" userId="848bb4c6-b74c-4953-bba0-f0430f4f9f49" providerId="ADAL" clId="{81B252DA-9B23-4C72-917F-0FE9AAF30911}" dt="2025-03-14T04:55:38.223" v="473" actId="1076"/>
          <ac:spMkLst>
            <pc:docMk/>
            <pc:sldMk cId="3115625316" sldId="349"/>
            <ac:spMk id="101" creationId="{BF7AB725-B1B7-3366-B8A5-3C0B3F25FD6C}"/>
          </ac:spMkLst>
        </pc:spChg>
        <pc:spChg chg="add mod">
          <ac:chgData name="Imazaki, Tomoya/今崎 智也" userId="848bb4c6-b74c-4953-bba0-f0430f4f9f49" providerId="ADAL" clId="{81B252DA-9B23-4C72-917F-0FE9AAF30911}" dt="2025-03-14T06:25:28.320" v="665" actId="1076"/>
          <ac:spMkLst>
            <pc:docMk/>
            <pc:sldMk cId="3115625316" sldId="349"/>
            <ac:spMk id="102" creationId="{1F6A931B-8FF6-3705-C506-3957FF3DDE26}"/>
          </ac:spMkLst>
        </pc:spChg>
        <pc:spChg chg="add mod">
          <ac:chgData name="Imazaki, Tomoya/今崎 智也" userId="848bb4c6-b74c-4953-bba0-f0430f4f9f49" providerId="ADAL" clId="{81B252DA-9B23-4C72-917F-0FE9AAF30911}" dt="2025-03-14T06:25:28.320" v="665" actId="1076"/>
          <ac:spMkLst>
            <pc:docMk/>
            <pc:sldMk cId="3115625316" sldId="349"/>
            <ac:spMk id="103" creationId="{F4B98B12-E183-2A66-3EB1-E05CAA82C126}"/>
          </ac:spMkLst>
        </pc:spChg>
        <pc:spChg chg="add mod">
          <ac:chgData name="Imazaki, Tomoya/今崎 智也" userId="848bb4c6-b74c-4953-bba0-f0430f4f9f49" providerId="ADAL" clId="{81B252DA-9B23-4C72-917F-0FE9AAF30911}" dt="2025-03-14T06:25:28.320" v="665" actId="1076"/>
          <ac:spMkLst>
            <pc:docMk/>
            <pc:sldMk cId="3115625316" sldId="349"/>
            <ac:spMk id="104" creationId="{7F5B0A7D-4967-7607-DCF8-BF598A02D5DF}"/>
          </ac:spMkLst>
        </pc:spChg>
        <pc:spChg chg="add mod">
          <ac:chgData name="Imazaki, Tomoya/今崎 智也" userId="848bb4c6-b74c-4953-bba0-f0430f4f9f49" providerId="ADAL" clId="{81B252DA-9B23-4C72-917F-0FE9AAF30911}" dt="2025-03-14T06:25:28.320" v="665" actId="1076"/>
          <ac:spMkLst>
            <pc:docMk/>
            <pc:sldMk cId="3115625316" sldId="349"/>
            <ac:spMk id="105" creationId="{AA069884-46A7-0420-AAA1-532E4B2043C8}"/>
          </ac:spMkLst>
        </pc:spChg>
        <pc:spChg chg="add mod">
          <ac:chgData name="Imazaki, Tomoya/今崎 智也" userId="848bb4c6-b74c-4953-bba0-f0430f4f9f49" providerId="ADAL" clId="{81B252DA-9B23-4C72-917F-0FE9AAF30911}" dt="2025-03-14T04:57:11.838" v="513" actId="1076"/>
          <ac:spMkLst>
            <pc:docMk/>
            <pc:sldMk cId="3115625316" sldId="349"/>
            <ac:spMk id="106" creationId="{8ACDE906-AB2A-FAB6-16B6-33C05D79842A}"/>
          </ac:spMkLst>
        </pc:spChg>
        <pc:spChg chg="add mod">
          <ac:chgData name="Imazaki, Tomoya/今崎 智也" userId="848bb4c6-b74c-4953-bba0-f0430f4f9f49" providerId="ADAL" clId="{81B252DA-9B23-4C72-917F-0FE9AAF30911}" dt="2025-03-14T04:49:41.805" v="269" actId="1076"/>
          <ac:spMkLst>
            <pc:docMk/>
            <pc:sldMk cId="3115625316" sldId="349"/>
            <ac:spMk id="107" creationId="{215A9A98-4329-195E-AFDC-7DAEAE66C29C}"/>
          </ac:spMkLst>
        </pc:spChg>
        <pc:spChg chg="add mod">
          <ac:chgData name="Imazaki, Tomoya/今崎 智也" userId="848bb4c6-b74c-4953-bba0-f0430f4f9f49" providerId="ADAL" clId="{81B252DA-9B23-4C72-917F-0FE9AAF30911}" dt="2025-03-14T04:44:11.066" v="62"/>
          <ac:spMkLst>
            <pc:docMk/>
            <pc:sldMk cId="3115625316" sldId="349"/>
            <ac:spMk id="108" creationId="{5E9A9C77-958F-3E9A-D4F7-DB53C0A3370D}"/>
          </ac:spMkLst>
        </pc:spChg>
        <pc:spChg chg="add del mod">
          <ac:chgData name="Imazaki, Tomoya/今崎 智也" userId="848bb4c6-b74c-4953-bba0-f0430f4f9f49" providerId="ADAL" clId="{81B252DA-9B23-4C72-917F-0FE9AAF30911}" dt="2025-03-14T04:48:11.705" v="223" actId="478"/>
          <ac:spMkLst>
            <pc:docMk/>
            <pc:sldMk cId="3115625316" sldId="349"/>
            <ac:spMk id="109" creationId="{6B0BB8D3-5267-244A-E524-B34903331B85}"/>
          </ac:spMkLst>
        </pc:spChg>
        <pc:spChg chg="add del mod">
          <ac:chgData name="Imazaki, Tomoya/今崎 智也" userId="848bb4c6-b74c-4953-bba0-f0430f4f9f49" providerId="ADAL" clId="{81B252DA-9B23-4C72-917F-0FE9AAF30911}" dt="2025-03-14T04:48:27.515" v="225" actId="478"/>
          <ac:spMkLst>
            <pc:docMk/>
            <pc:sldMk cId="3115625316" sldId="349"/>
            <ac:spMk id="110" creationId="{391E7AC6-5B16-E325-B982-A30387AEE4C6}"/>
          </ac:spMkLst>
        </pc:spChg>
        <pc:spChg chg="add del mod">
          <ac:chgData name="Imazaki, Tomoya/今崎 智也" userId="848bb4c6-b74c-4953-bba0-f0430f4f9f49" providerId="ADAL" clId="{81B252DA-9B23-4C72-917F-0FE9AAF30911}" dt="2025-03-14T04:57:31.450" v="516" actId="478"/>
          <ac:spMkLst>
            <pc:docMk/>
            <pc:sldMk cId="3115625316" sldId="349"/>
            <ac:spMk id="111" creationId="{CECB0896-AE38-5998-F6B0-1EFB9284E3F1}"/>
          </ac:spMkLst>
        </pc:spChg>
        <pc:spChg chg="add mod">
          <ac:chgData name="Imazaki, Tomoya/今崎 智也" userId="848bb4c6-b74c-4953-bba0-f0430f4f9f49" providerId="ADAL" clId="{81B252DA-9B23-4C72-917F-0FE9AAF30911}" dt="2025-03-14T04:56:45.060" v="506" actId="14100"/>
          <ac:spMkLst>
            <pc:docMk/>
            <pc:sldMk cId="3115625316" sldId="349"/>
            <ac:spMk id="112" creationId="{3C3F626E-FB58-C1FA-FA15-272B49A95BB7}"/>
          </ac:spMkLst>
        </pc:spChg>
        <pc:spChg chg="add mod">
          <ac:chgData name="Imazaki, Tomoya/今崎 智也" userId="848bb4c6-b74c-4953-bba0-f0430f4f9f49" providerId="ADAL" clId="{81B252DA-9B23-4C72-917F-0FE9AAF30911}" dt="2025-03-14T06:25:34.874" v="666" actId="1076"/>
          <ac:spMkLst>
            <pc:docMk/>
            <pc:sldMk cId="3115625316" sldId="349"/>
            <ac:spMk id="113" creationId="{A2957E23-6B18-02E0-48DC-516FAF0795A5}"/>
          </ac:spMkLst>
        </pc:spChg>
        <pc:spChg chg="add mod">
          <ac:chgData name="Imazaki, Tomoya/今崎 智也" userId="848bb4c6-b74c-4953-bba0-f0430f4f9f49" providerId="ADAL" clId="{81B252DA-9B23-4C72-917F-0FE9AAF30911}" dt="2025-03-14T06:25:34.874" v="666" actId="1076"/>
          <ac:spMkLst>
            <pc:docMk/>
            <pc:sldMk cId="3115625316" sldId="349"/>
            <ac:spMk id="114" creationId="{3685513C-E986-898F-4E7D-AC5061E17576}"/>
          </ac:spMkLst>
        </pc:spChg>
        <pc:spChg chg="add mod">
          <ac:chgData name="Imazaki, Tomoya/今崎 智也" userId="848bb4c6-b74c-4953-bba0-f0430f4f9f49" providerId="ADAL" clId="{81B252DA-9B23-4C72-917F-0FE9AAF30911}" dt="2025-03-14T06:25:34.874" v="666" actId="1076"/>
          <ac:spMkLst>
            <pc:docMk/>
            <pc:sldMk cId="3115625316" sldId="349"/>
            <ac:spMk id="115" creationId="{8B94AC02-3681-EA16-422B-58E5192E135A}"/>
          </ac:spMkLst>
        </pc:spChg>
        <pc:spChg chg="add mod">
          <ac:chgData name="Imazaki, Tomoya/今崎 智也" userId="848bb4c6-b74c-4953-bba0-f0430f4f9f49" providerId="ADAL" clId="{81B252DA-9B23-4C72-917F-0FE9AAF30911}" dt="2025-03-14T06:25:34.874" v="666" actId="1076"/>
          <ac:spMkLst>
            <pc:docMk/>
            <pc:sldMk cId="3115625316" sldId="349"/>
            <ac:spMk id="116" creationId="{84D15B9C-75D3-03AF-7CBA-D681EA6F8BF8}"/>
          </ac:spMkLst>
        </pc:spChg>
        <pc:spChg chg="add mod">
          <ac:chgData name="Imazaki, Tomoya/今崎 智也" userId="848bb4c6-b74c-4953-bba0-f0430f4f9f49" providerId="ADAL" clId="{81B252DA-9B23-4C72-917F-0FE9AAF30911}" dt="2025-03-14T06:25:34.874" v="666" actId="1076"/>
          <ac:spMkLst>
            <pc:docMk/>
            <pc:sldMk cId="3115625316" sldId="349"/>
            <ac:spMk id="117" creationId="{0C1C4AC6-7864-5F8E-3D70-04EEFEC4A684}"/>
          </ac:spMkLst>
        </pc:spChg>
        <pc:spChg chg="add del mod">
          <ac:chgData name="Imazaki, Tomoya/今崎 智也" userId="848bb4c6-b74c-4953-bba0-f0430f4f9f49" providerId="ADAL" clId="{81B252DA-9B23-4C72-917F-0FE9AAF30911}" dt="2025-03-14T04:54:36.564" v="396" actId="478"/>
          <ac:spMkLst>
            <pc:docMk/>
            <pc:sldMk cId="3115625316" sldId="349"/>
            <ac:spMk id="118" creationId="{D115CB75-337B-84B3-6044-D74E558C88FE}"/>
          </ac:spMkLst>
        </pc:spChg>
        <pc:spChg chg="add mod">
          <ac:chgData name="Imazaki, Tomoya/今崎 智也" userId="848bb4c6-b74c-4953-bba0-f0430f4f9f49" providerId="ADAL" clId="{81B252DA-9B23-4C72-917F-0FE9AAF30911}" dt="2025-03-14T06:25:17.539" v="664" actId="1076"/>
          <ac:spMkLst>
            <pc:docMk/>
            <pc:sldMk cId="3115625316" sldId="349"/>
            <ac:spMk id="119" creationId="{70BACED7-6A3B-534F-622F-7B960DBD3B76}"/>
          </ac:spMkLst>
        </pc:spChg>
        <pc:grpChg chg="add del mod">
          <ac:chgData name="Imazaki, Tomoya/今崎 智也" userId="848bb4c6-b74c-4953-bba0-f0430f4f9f49" providerId="ADAL" clId="{81B252DA-9B23-4C72-917F-0FE9AAF30911}" dt="2025-03-14T04:48:27.515" v="225" actId="478"/>
          <ac:grpSpMkLst>
            <pc:docMk/>
            <pc:sldMk cId="3115625316" sldId="349"/>
            <ac:grpSpMk id="27" creationId="{8000C232-B8F2-5030-AB18-B6D59C572138}"/>
          </ac:grpSpMkLst>
        </pc:grpChg>
        <pc:cxnChg chg="add mod">
          <ac:chgData name="Imazaki, Tomoya/今崎 智也" userId="848bb4c6-b74c-4953-bba0-f0430f4f9f49" providerId="ADAL" clId="{81B252DA-9B23-4C72-917F-0FE9AAF30911}" dt="2025-03-14T06:25:49.724" v="667" actId="1076"/>
          <ac:cxnSpMkLst>
            <pc:docMk/>
            <pc:sldMk cId="3115625316" sldId="349"/>
            <ac:cxnSpMk id="4" creationId="{A659ABFE-886E-2780-37FC-DD17F009BAA3}"/>
          </ac:cxnSpMkLst>
        </pc:cxnChg>
        <pc:cxnChg chg="add mod">
          <ac:chgData name="Imazaki, Tomoya/今崎 智也" userId="848bb4c6-b74c-4953-bba0-f0430f4f9f49" providerId="ADAL" clId="{81B252DA-9B23-4C72-917F-0FE9AAF30911}" dt="2025-03-14T04:44:11.066" v="62"/>
          <ac:cxnSpMkLst>
            <pc:docMk/>
            <pc:sldMk cId="3115625316" sldId="349"/>
            <ac:cxnSpMk id="6" creationId="{1CD5DEC3-6556-B208-E70E-807EAA022CD4}"/>
          </ac:cxnSpMkLst>
        </pc:cxnChg>
        <pc:cxnChg chg="add mod">
          <ac:chgData name="Imazaki, Tomoya/今崎 智也" userId="848bb4c6-b74c-4953-bba0-f0430f4f9f49" providerId="ADAL" clId="{81B252DA-9B23-4C72-917F-0FE9AAF30911}" dt="2025-03-14T04:44:11.066" v="62"/>
          <ac:cxnSpMkLst>
            <pc:docMk/>
            <pc:sldMk cId="3115625316" sldId="349"/>
            <ac:cxnSpMk id="14" creationId="{9A46C34A-06CA-529B-BA84-2B6EB647752B}"/>
          </ac:cxnSpMkLst>
        </pc:cxnChg>
        <pc:cxnChg chg="add mod">
          <ac:chgData name="Imazaki, Tomoya/今崎 智也" userId="848bb4c6-b74c-4953-bba0-f0430f4f9f49" providerId="ADAL" clId="{81B252DA-9B23-4C72-917F-0FE9AAF30911}" dt="2025-03-14T04:44:11.066" v="62"/>
          <ac:cxnSpMkLst>
            <pc:docMk/>
            <pc:sldMk cId="3115625316" sldId="349"/>
            <ac:cxnSpMk id="26" creationId="{47FE27C3-AB29-8B9A-81A3-A8EEE383AF2A}"/>
          </ac:cxnSpMkLst>
        </pc:cxnChg>
        <pc:cxnChg chg="add mod">
          <ac:chgData name="Imazaki, Tomoya/今崎 智也" userId="848bb4c6-b74c-4953-bba0-f0430f4f9f49" providerId="ADAL" clId="{81B252DA-9B23-4C72-917F-0FE9AAF30911}" dt="2025-03-14T04:57:21.243" v="514" actId="1076"/>
          <ac:cxnSpMkLst>
            <pc:docMk/>
            <pc:sldMk cId="3115625316" sldId="349"/>
            <ac:cxnSpMk id="94" creationId="{460A4B52-9812-F1D3-F5CB-D1A215A1400C}"/>
          </ac:cxnSpMkLst>
        </pc:cxnChg>
      </pc:sldChg>
      <pc:sldChg chg="addSp delSp modSp add mod">
        <pc:chgData name="Imazaki, Tomoya/今崎 智也" userId="848bb4c6-b74c-4953-bba0-f0430f4f9f49" providerId="ADAL" clId="{81B252DA-9B23-4C72-917F-0FE9AAF30911}" dt="2025-03-14T06:44:35.608" v="1035" actId="1076"/>
        <pc:sldMkLst>
          <pc:docMk/>
          <pc:sldMk cId="138076651" sldId="350"/>
        </pc:sldMkLst>
        <pc:spChg chg="mod topLvl">
          <ac:chgData name="Imazaki, Tomoya/今崎 智也" userId="848bb4c6-b74c-4953-bba0-f0430f4f9f49" providerId="ADAL" clId="{81B252DA-9B23-4C72-917F-0FE9AAF30911}" dt="2025-03-14T06:27:14.258" v="677" actId="1036"/>
          <ac:spMkLst>
            <pc:docMk/>
            <pc:sldMk cId="138076651" sldId="350"/>
            <ac:spMk id="4" creationId="{A01BDF14-3475-FD14-4D6F-9D7DA155098B}"/>
          </ac:spMkLst>
        </pc:spChg>
        <pc:spChg chg="mod topLvl">
          <ac:chgData name="Imazaki, Tomoya/今崎 智也" userId="848bb4c6-b74c-4953-bba0-f0430f4f9f49" providerId="ADAL" clId="{81B252DA-9B23-4C72-917F-0FE9AAF30911}" dt="2025-03-14T06:40:55.324" v="1009" actId="1076"/>
          <ac:spMkLst>
            <pc:docMk/>
            <pc:sldMk cId="138076651" sldId="350"/>
            <ac:spMk id="6" creationId="{D47F5BF5-E9A5-3413-C633-FFB2E29EC827}"/>
          </ac:spMkLst>
        </pc:spChg>
        <pc:spChg chg="mod topLvl">
          <ac:chgData name="Imazaki, Tomoya/今崎 智也" userId="848bb4c6-b74c-4953-bba0-f0430f4f9f49" providerId="ADAL" clId="{81B252DA-9B23-4C72-917F-0FE9AAF30911}" dt="2025-03-14T06:35:35.606" v="894" actId="14100"/>
          <ac:spMkLst>
            <pc:docMk/>
            <pc:sldMk cId="138076651" sldId="350"/>
            <ac:spMk id="7" creationId="{333095B0-C18B-9548-2B70-2AD1BE2B75BE}"/>
          </ac:spMkLst>
        </pc:spChg>
        <pc:spChg chg="mod topLvl">
          <ac:chgData name="Imazaki, Tomoya/今崎 智也" userId="848bb4c6-b74c-4953-bba0-f0430f4f9f49" providerId="ADAL" clId="{81B252DA-9B23-4C72-917F-0FE9AAF30911}" dt="2025-03-14T06:31:42.032" v="828" actId="1076"/>
          <ac:spMkLst>
            <pc:docMk/>
            <pc:sldMk cId="138076651" sldId="350"/>
            <ac:spMk id="9" creationId="{EDDD3C43-8901-27A7-9C63-909D1029F40B}"/>
          </ac:spMkLst>
        </pc:spChg>
        <pc:spChg chg="mod topLvl">
          <ac:chgData name="Imazaki, Tomoya/今崎 智也" userId="848bb4c6-b74c-4953-bba0-f0430f4f9f49" providerId="ADAL" clId="{81B252DA-9B23-4C72-917F-0FE9AAF30911}" dt="2025-03-14T06:39:19.813" v="1000" actId="1036"/>
          <ac:spMkLst>
            <pc:docMk/>
            <pc:sldMk cId="138076651" sldId="350"/>
            <ac:spMk id="13" creationId="{9A93AAE7-4583-D509-7520-53998C4EA86A}"/>
          </ac:spMkLst>
        </pc:spChg>
        <pc:spChg chg="mod topLvl">
          <ac:chgData name="Imazaki, Tomoya/今崎 智也" userId="848bb4c6-b74c-4953-bba0-f0430f4f9f49" providerId="ADAL" clId="{81B252DA-9B23-4C72-917F-0FE9AAF30911}" dt="2025-03-14T06:39:19.813" v="1000" actId="1036"/>
          <ac:spMkLst>
            <pc:docMk/>
            <pc:sldMk cId="138076651" sldId="350"/>
            <ac:spMk id="14" creationId="{EA1E4F1A-3E80-D128-7773-73CC8EB143E3}"/>
          </ac:spMkLst>
        </pc:spChg>
        <pc:spChg chg="mod topLvl">
          <ac:chgData name="Imazaki, Tomoya/今崎 智也" userId="848bb4c6-b74c-4953-bba0-f0430f4f9f49" providerId="ADAL" clId="{81B252DA-9B23-4C72-917F-0FE9AAF30911}" dt="2025-03-14T06:39:19.813" v="1000" actId="1036"/>
          <ac:spMkLst>
            <pc:docMk/>
            <pc:sldMk cId="138076651" sldId="350"/>
            <ac:spMk id="15" creationId="{E1E20504-9642-3D4F-0AC4-1A2756D3AF49}"/>
          </ac:spMkLst>
        </pc:spChg>
        <pc:spChg chg="mod topLvl">
          <ac:chgData name="Imazaki, Tomoya/今崎 智也" userId="848bb4c6-b74c-4953-bba0-f0430f4f9f49" providerId="ADAL" clId="{81B252DA-9B23-4C72-917F-0FE9AAF30911}" dt="2025-03-14T06:28:13.162" v="681" actId="14100"/>
          <ac:spMkLst>
            <pc:docMk/>
            <pc:sldMk cId="138076651" sldId="350"/>
            <ac:spMk id="18" creationId="{2B282A46-F128-EDDC-816D-B7FB9A35B31C}"/>
          </ac:spMkLst>
        </pc:spChg>
        <pc:spChg chg="mod topLvl">
          <ac:chgData name="Imazaki, Tomoya/今崎 智也" userId="848bb4c6-b74c-4953-bba0-f0430f4f9f49" providerId="ADAL" clId="{81B252DA-9B23-4C72-917F-0FE9AAF30911}" dt="2025-03-14T06:27:14.258" v="677" actId="1036"/>
          <ac:spMkLst>
            <pc:docMk/>
            <pc:sldMk cId="138076651" sldId="350"/>
            <ac:spMk id="19" creationId="{47434981-761B-74A1-29B7-BA4735213F5C}"/>
          </ac:spMkLst>
        </pc:spChg>
        <pc:spChg chg="mod topLvl">
          <ac:chgData name="Imazaki, Tomoya/今崎 智也" userId="848bb4c6-b74c-4953-bba0-f0430f4f9f49" providerId="ADAL" clId="{81B252DA-9B23-4C72-917F-0FE9AAF30911}" dt="2025-03-14T06:27:14.258" v="677" actId="1036"/>
          <ac:spMkLst>
            <pc:docMk/>
            <pc:sldMk cId="138076651" sldId="350"/>
            <ac:spMk id="20" creationId="{8FE8BE51-AD1A-07CD-1914-C607D5CB1611}"/>
          </ac:spMkLst>
        </pc:spChg>
        <pc:spChg chg="mod topLvl">
          <ac:chgData name="Imazaki, Tomoya/今崎 智也" userId="848bb4c6-b74c-4953-bba0-f0430f4f9f49" providerId="ADAL" clId="{81B252DA-9B23-4C72-917F-0FE9AAF30911}" dt="2025-03-14T06:27:14.258" v="677" actId="1036"/>
          <ac:spMkLst>
            <pc:docMk/>
            <pc:sldMk cId="138076651" sldId="350"/>
            <ac:spMk id="21" creationId="{C2C14637-2B04-F17A-8935-A08E8B11B0FB}"/>
          </ac:spMkLst>
        </pc:spChg>
        <pc:spChg chg="mod topLvl">
          <ac:chgData name="Imazaki, Tomoya/今崎 智也" userId="848bb4c6-b74c-4953-bba0-f0430f4f9f49" providerId="ADAL" clId="{81B252DA-9B23-4C72-917F-0FE9AAF30911}" dt="2025-03-14T06:31:42.032" v="828" actId="1076"/>
          <ac:spMkLst>
            <pc:docMk/>
            <pc:sldMk cId="138076651" sldId="350"/>
            <ac:spMk id="23" creationId="{79D20370-E51D-4F3B-50C1-8F707B2AF17D}"/>
          </ac:spMkLst>
        </pc:spChg>
        <pc:spChg chg="mod topLvl">
          <ac:chgData name="Imazaki, Tomoya/今崎 智也" userId="848bb4c6-b74c-4953-bba0-f0430f4f9f49" providerId="ADAL" clId="{81B252DA-9B23-4C72-917F-0FE9AAF30911}" dt="2025-03-14T06:31:53.348" v="830" actId="1076"/>
          <ac:spMkLst>
            <pc:docMk/>
            <pc:sldMk cId="138076651" sldId="350"/>
            <ac:spMk id="25" creationId="{DF6F20AD-9C00-C8AC-6238-5022D724F2E9}"/>
          </ac:spMkLst>
        </pc:spChg>
        <pc:spChg chg="mod topLvl">
          <ac:chgData name="Imazaki, Tomoya/今崎 智也" userId="848bb4c6-b74c-4953-bba0-f0430f4f9f49" providerId="ADAL" clId="{81B252DA-9B23-4C72-917F-0FE9AAF30911}" dt="2025-03-14T06:27:14.258" v="677" actId="1036"/>
          <ac:spMkLst>
            <pc:docMk/>
            <pc:sldMk cId="138076651" sldId="350"/>
            <ac:spMk id="26" creationId="{00B116C8-5997-3489-2BA5-82C5F687450C}"/>
          </ac:spMkLst>
        </pc:spChg>
        <pc:spChg chg="mod topLvl">
          <ac:chgData name="Imazaki, Tomoya/今崎 智也" userId="848bb4c6-b74c-4953-bba0-f0430f4f9f49" providerId="ADAL" clId="{81B252DA-9B23-4C72-917F-0FE9AAF30911}" dt="2025-03-14T06:28:03.921" v="678" actId="1076"/>
          <ac:spMkLst>
            <pc:docMk/>
            <pc:sldMk cId="138076651" sldId="350"/>
            <ac:spMk id="29" creationId="{0C370587-D15D-74D2-5498-B68FBE9EBA7A}"/>
          </ac:spMkLst>
        </pc:spChg>
        <pc:spChg chg="mod topLvl">
          <ac:chgData name="Imazaki, Tomoya/今崎 智也" userId="848bb4c6-b74c-4953-bba0-f0430f4f9f49" providerId="ADAL" clId="{81B252DA-9B23-4C72-917F-0FE9AAF30911}" dt="2025-03-14T06:31:42.032" v="828" actId="1076"/>
          <ac:spMkLst>
            <pc:docMk/>
            <pc:sldMk cId="138076651" sldId="350"/>
            <ac:spMk id="30" creationId="{B85947CA-2ADD-F02E-53E0-3EEE06A8EB10}"/>
          </ac:spMkLst>
        </pc:spChg>
        <pc:spChg chg="mod topLvl">
          <ac:chgData name="Imazaki, Tomoya/今崎 智也" userId="848bb4c6-b74c-4953-bba0-f0430f4f9f49" providerId="ADAL" clId="{81B252DA-9B23-4C72-917F-0FE9AAF30911}" dt="2025-03-14T06:31:42.032" v="828" actId="1076"/>
          <ac:spMkLst>
            <pc:docMk/>
            <pc:sldMk cId="138076651" sldId="350"/>
            <ac:spMk id="31" creationId="{56C5DF8A-0117-58EB-25B3-D5FB6AA39C43}"/>
          </ac:spMkLst>
        </pc:spChg>
        <pc:spChg chg="mod topLvl">
          <ac:chgData name="Imazaki, Tomoya/今崎 智也" userId="848bb4c6-b74c-4953-bba0-f0430f4f9f49" providerId="ADAL" clId="{81B252DA-9B23-4C72-917F-0FE9AAF30911}" dt="2025-03-14T06:31:53.348" v="830" actId="1076"/>
          <ac:spMkLst>
            <pc:docMk/>
            <pc:sldMk cId="138076651" sldId="350"/>
            <ac:spMk id="34" creationId="{5F100464-2E15-4845-69CE-8EE1C8D0E78B}"/>
          </ac:spMkLst>
        </pc:spChg>
        <pc:spChg chg="mod topLvl">
          <ac:chgData name="Imazaki, Tomoya/今崎 智也" userId="848bb4c6-b74c-4953-bba0-f0430f4f9f49" providerId="ADAL" clId="{81B252DA-9B23-4C72-917F-0FE9AAF30911}" dt="2025-03-14T06:31:53.348" v="830" actId="1076"/>
          <ac:spMkLst>
            <pc:docMk/>
            <pc:sldMk cId="138076651" sldId="350"/>
            <ac:spMk id="35" creationId="{B4DD293D-0AFA-6B89-8560-A4368C5C6A5D}"/>
          </ac:spMkLst>
        </pc:spChg>
        <pc:spChg chg="mod topLvl">
          <ac:chgData name="Imazaki, Tomoya/今崎 智也" userId="848bb4c6-b74c-4953-bba0-f0430f4f9f49" providerId="ADAL" clId="{81B252DA-9B23-4C72-917F-0FE9AAF30911}" dt="2025-03-14T06:39:19.813" v="1000" actId="1036"/>
          <ac:spMkLst>
            <pc:docMk/>
            <pc:sldMk cId="138076651" sldId="350"/>
            <ac:spMk id="41" creationId="{97E520DA-EE04-225A-1539-46580A9DF469}"/>
          </ac:spMkLst>
        </pc:spChg>
        <pc:spChg chg="mod topLvl">
          <ac:chgData name="Imazaki, Tomoya/今崎 智也" userId="848bb4c6-b74c-4953-bba0-f0430f4f9f49" providerId="ADAL" clId="{81B252DA-9B23-4C72-917F-0FE9AAF30911}" dt="2025-03-14T06:44:35.608" v="1035" actId="1076"/>
          <ac:spMkLst>
            <pc:docMk/>
            <pc:sldMk cId="138076651" sldId="350"/>
            <ac:spMk id="43" creationId="{BC140D37-A1EC-3B8A-26AA-9E00FCB5BC18}"/>
          </ac:spMkLst>
        </pc:spChg>
        <pc:spChg chg="mod topLvl">
          <ac:chgData name="Imazaki, Tomoya/今崎 智也" userId="848bb4c6-b74c-4953-bba0-f0430f4f9f49" providerId="ADAL" clId="{81B252DA-9B23-4C72-917F-0FE9AAF30911}" dt="2025-03-14T06:31:42.032" v="828" actId="1076"/>
          <ac:spMkLst>
            <pc:docMk/>
            <pc:sldMk cId="138076651" sldId="350"/>
            <ac:spMk id="45" creationId="{C92B19D7-FF77-87E4-F758-0B5D2DDCB972}"/>
          </ac:spMkLst>
        </pc:spChg>
        <pc:spChg chg="mod topLvl">
          <ac:chgData name="Imazaki, Tomoya/今崎 智也" userId="848bb4c6-b74c-4953-bba0-f0430f4f9f49" providerId="ADAL" clId="{81B252DA-9B23-4C72-917F-0FE9AAF30911}" dt="2025-03-14T06:31:42.032" v="828" actId="1076"/>
          <ac:spMkLst>
            <pc:docMk/>
            <pc:sldMk cId="138076651" sldId="350"/>
            <ac:spMk id="72" creationId="{7EA63145-152C-8689-5619-933149945D84}"/>
          </ac:spMkLst>
        </pc:spChg>
        <pc:spChg chg="mod topLvl">
          <ac:chgData name="Imazaki, Tomoya/今崎 智也" userId="848bb4c6-b74c-4953-bba0-f0430f4f9f49" providerId="ADAL" clId="{81B252DA-9B23-4C72-917F-0FE9AAF30911}" dt="2025-03-14T06:31:42.032" v="828" actId="1076"/>
          <ac:spMkLst>
            <pc:docMk/>
            <pc:sldMk cId="138076651" sldId="350"/>
            <ac:spMk id="73" creationId="{21F3ECCA-42C3-2CCA-D910-F2C9049DF1D8}"/>
          </ac:spMkLst>
        </pc:spChg>
        <pc:spChg chg="mod topLvl">
          <ac:chgData name="Imazaki, Tomoya/今崎 智也" userId="848bb4c6-b74c-4953-bba0-f0430f4f9f49" providerId="ADAL" clId="{81B252DA-9B23-4C72-917F-0FE9AAF30911}" dt="2025-03-14T06:31:53.348" v="830" actId="1076"/>
          <ac:spMkLst>
            <pc:docMk/>
            <pc:sldMk cId="138076651" sldId="350"/>
            <ac:spMk id="74" creationId="{EB41A191-7448-4495-6328-987ACE11D8C1}"/>
          </ac:spMkLst>
        </pc:spChg>
        <pc:spChg chg="mod topLvl">
          <ac:chgData name="Imazaki, Tomoya/今崎 智也" userId="848bb4c6-b74c-4953-bba0-f0430f4f9f49" providerId="ADAL" clId="{81B252DA-9B23-4C72-917F-0FE9AAF30911}" dt="2025-03-14T06:31:53.348" v="830" actId="1076"/>
          <ac:spMkLst>
            <pc:docMk/>
            <pc:sldMk cId="138076651" sldId="350"/>
            <ac:spMk id="75" creationId="{42FCCBA4-56EE-8720-482F-68CB9274B728}"/>
          </ac:spMkLst>
        </pc:spChg>
        <pc:spChg chg="mod topLvl">
          <ac:chgData name="Imazaki, Tomoya/今崎 智也" userId="848bb4c6-b74c-4953-bba0-f0430f4f9f49" providerId="ADAL" clId="{81B252DA-9B23-4C72-917F-0FE9AAF30911}" dt="2025-03-14T06:31:53.348" v="830" actId="1076"/>
          <ac:spMkLst>
            <pc:docMk/>
            <pc:sldMk cId="138076651" sldId="350"/>
            <ac:spMk id="76" creationId="{4A657480-43FD-559F-8280-A32FBDEE11E8}"/>
          </ac:spMkLst>
        </pc:spChg>
        <pc:spChg chg="mod topLvl">
          <ac:chgData name="Imazaki, Tomoya/今崎 智也" userId="848bb4c6-b74c-4953-bba0-f0430f4f9f49" providerId="ADAL" clId="{81B252DA-9B23-4C72-917F-0FE9AAF30911}" dt="2025-03-14T06:31:53.348" v="830" actId="1076"/>
          <ac:spMkLst>
            <pc:docMk/>
            <pc:sldMk cId="138076651" sldId="350"/>
            <ac:spMk id="78" creationId="{11BA429E-B487-17B7-EE9B-1D4A425FF3F1}"/>
          </ac:spMkLst>
        </pc:spChg>
        <pc:spChg chg="mod topLvl">
          <ac:chgData name="Imazaki, Tomoya/今崎 智也" userId="848bb4c6-b74c-4953-bba0-f0430f4f9f49" providerId="ADAL" clId="{81B252DA-9B23-4C72-917F-0FE9AAF30911}" dt="2025-03-14T06:31:53.348" v="830" actId="1076"/>
          <ac:spMkLst>
            <pc:docMk/>
            <pc:sldMk cId="138076651" sldId="350"/>
            <ac:spMk id="79" creationId="{8645F7A2-BC5B-857E-CEC8-F5C7B7F4F99B}"/>
          </ac:spMkLst>
        </pc:spChg>
        <pc:spChg chg="mod topLvl">
          <ac:chgData name="Imazaki, Tomoya/今崎 智也" userId="848bb4c6-b74c-4953-bba0-f0430f4f9f49" providerId="ADAL" clId="{81B252DA-9B23-4C72-917F-0FE9AAF30911}" dt="2025-03-14T06:39:19.813" v="1000" actId="1036"/>
          <ac:spMkLst>
            <pc:docMk/>
            <pc:sldMk cId="138076651" sldId="350"/>
            <ac:spMk id="81" creationId="{87FD5013-496E-D199-3D5A-2070B145B955}"/>
          </ac:spMkLst>
        </pc:spChg>
        <pc:spChg chg="mod topLvl">
          <ac:chgData name="Imazaki, Tomoya/今崎 智也" userId="848bb4c6-b74c-4953-bba0-f0430f4f9f49" providerId="ADAL" clId="{81B252DA-9B23-4C72-917F-0FE9AAF30911}" dt="2025-03-14T06:39:19.813" v="1000" actId="1036"/>
          <ac:spMkLst>
            <pc:docMk/>
            <pc:sldMk cId="138076651" sldId="350"/>
            <ac:spMk id="82" creationId="{FB6183E3-8EEC-C132-07EF-8E44B68115DA}"/>
          </ac:spMkLst>
        </pc:spChg>
        <pc:spChg chg="mod topLvl">
          <ac:chgData name="Imazaki, Tomoya/今崎 智也" userId="848bb4c6-b74c-4953-bba0-f0430f4f9f49" providerId="ADAL" clId="{81B252DA-9B23-4C72-917F-0FE9AAF30911}" dt="2025-03-14T06:27:14.258" v="677" actId="1036"/>
          <ac:spMkLst>
            <pc:docMk/>
            <pc:sldMk cId="138076651" sldId="350"/>
            <ac:spMk id="84" creationId="{C0CE0BB0-F8A9-6669-FED3-7BF59D85388D}"/>
          </ac:spMkLst>
        </pc:spChg>
        <pc:spChg chg="mod topLvl">
          <ac:chgData name="Imazaki, Tomoya/今崎 智也" userId="848bb4c6-b74c-4953-bba0-f0430f4f9f49" providerId="ADAL" clId="{81B252DA-9B23-4C72-917F-0FE9AAF30911}" dt="2025-03-14T06:28:17.986" v="683" actId="1076"/>
          <ac:spMkLst>
            <pc:docMk/>
            <pc:sldMk cId="138076651" sldId="350"/>
            <ac:spMk id="85" creationId="{8CE5EA9D-6B57-2FD3-247C-8578BE7A6C96}"/>
          </ac:spMkLst>
        </pc:spChg>
        <pc:spChg chg="mod topLvl">
          <ac:chgData name="Imazaki, Tomoya/今崎 智也" userId="848bb4c6-b74c-4953-bba0-f0430f4f9f49" providerId="ADAL" clId="{81B252DA-9B23-4C72-917F-0FE9AAF30911}" dt="2025-03-14T06:28:03.921" v="678" actId="1076"/>
          <ac:spMkLst>
            <pc:docMk/>
            <pc:sldMk cId="138076651" sldId="350"/>
            <ac:spMk id="86" creationId="{DC4E9460-B1AE-5CEE-7CDA-6C4E525D4B71}"/>
          </ac:spMkLst>
        </pc:spChg>
        <pc:spChg chg="mod topLvl">
          <ac:chgData name="Imazaki, Tomoya/今崎 智也" userId="848bb4c6-b74c-4953-bba0-f0430f4f9f49" providerId="ADAL" clId="{81B252DA-9B23-4C72-917F-0FE9AAF30911}" dt="2025-03-14T06:31:53.348" v="830" actId="1076"/>
          <ac:spMkLst>
            <pc:docMk/>
            <pc:sldMk cId="138076651" sldId="350"/>
            <ac:spMk id="87" creationId="{132820E0-24FE-7A6E-3400-31D5004267FF}"/>
          </ac:spMkLst>
        </pc:spChg>
        <pc:spChg chg="del mod topLvl">
          <ac:chgData name="Imazaki, Tomoya/今崎 智也" userId="848bb4c6-b74c-4953-bba0-f0430f4f9f49" providerId="ADAL" clId="{81B252DA-9B23-4C72-917F-0FE9AAF30911}" dt="2025-03-14T06:39:13.244" v="989" actId="478"/>
          <ac:spMkLst>
            <pc:docMk/>
            <pc:sldMk cId="138076651" sldId="350"/>
            <ac:spMk id="88" creationId="{9B7A71F2-D902-59CA-17D9-7DBF802E0DAF}"/>
          </ac:spMkLst>
        </pc:spChg>
        <pc:spChg chg="del mod topLvl">
          <ac:chgData name="Imazaki, Tomoya/今崎 智也" userId="848bb4c6-b74c-4953-bba0-f0430f4f9f49" providerId="ADAL" clId="{81B252DA-9B23-4C72-917F-0FE9AAF30911}" dt="2025-03-14T06:39:13.244" v="989" actId="478"/>
          <ac:spMkLst>
            <pc:docMk/>
            <pc:sldMk cId="138076651" sldId="350"/>
            <ac:spMk id="89" creationId="{BC600A45-4B4B-BC33-6C5D-92C341DA2119}"/>
          </ac:spMkLst>
        </pc:spChg>
        <pc:spChg chg="del mod topLvl">
          <ac:chgData name="Imazaki, Tomoya/今崎 智也" userId="848bb4c6-b74c-4953-bba0-f0430f4f9f49" providerId="ADAL" clId="{81B252DA-9B23-4C72-917F-0FE9AAF30911}" dt="2025-03-14T06:39:13.244" v="989" actId="478"/>
          <ac:spMkLst>
            <pc:docMk/>
            <pc:sldMk cId="138076651" sldId="350"/>
            <ac:spMk id="90" creationId="{D25C8B75-DFF9-94DE-7419-C318855B2D49}"/>
          </ac:spMkLst>
        </pc:spChg>
        <pc:spChg chg="mod topLvl">
          <ac:chgData name="Imazaki, Tomoya/今崎 智也" userId="848bb4c6-b74c-4953-bba0-f0430f4f9f49" providerId="ADAL" clId="{81B252DA-9B23-4C72-917F-0FE9AAF30911}" dt="2025-03-14T06:31:42.032" v="828" actId="1076"/>
          <ac:spMkLst>
            <pc:docMk/>
            <pc:sldMk cId="138076651" sldId="350"/>
            <ac:spMk id="94" creationId="{3CA358AD-CC8B-4453-6DD7-817DC1F7A01F}"/>
          </ac:spMkLst>
        </pc:spChg>
        <pc:spChg chg="mod topLvl">
          <ac:chgData name="Imazaki, Tomoya/今崎 智也" userId="848bb4c6-b74c-4953-bba0-f0430f4f9f49" providerId="ADAL" clId="{81B252DA-9B23-4C72-917F-0FE9AAF30911}" dt="2025-03-14T06:31:42.032" v="828" actId="1076"/>
          <ac:spMkLst>
            <pc:docMk/>
            <pc:sldMk cId="138076651" sldId="350"/>
            <ac:spMk id="95" creationId="{34C9A98B-A1BE-88C2-532F-D7000EE37D9D}"/>
          </ac:spMkLst>
        </pc:spChg>
        <pc:spChg chg="mod topLvl">
          <ac:chgData name="Imazaki, Tomoya/今崎 智也" userId="848bb4c6-b74c-4953-bba0-f0430f4f9f49" providerId="ADAL" clId="{81B252DA-9B23-4C72-917F-0FE9AAF30911}" dt="2025-03-14T06:31:53.348" v="830" actId="1076"/>
          <ac:spMkLst>
            <pc:docMk/>
            <pc:sldMk cId="138076651" sldId="350"/>
            <ac:spMk id="96" creationId="{34D70563-EA87-2520-62D8-D630B62D3444}"/>
          </ac:spMkLst>
        </pc:spChg>
        <pc:spChg chg="mod topLvl">
          <ac:chgData name="Imazaki, Tomoya/今崎 智也" userId="848bb4c6-b74c-4953-bba0-f0430f4f9f49" providerId="ADAL" clId="{81B252DA-9B23-4C72-917F-0FE9AAF30911}" dt="2025-03-14T06:44:33.673" v="1034" actId="1076"/>
          <ac:spMkLst>
            <pc:docMk/>
            <pc:sldMk cId="138076651" sldId="350"/>
            <ac:spMk id="97" creationId="{CB31081F-02D8-550C-88A0-96A58717478F}"/>
          </ac:spMkLst>
        </pc:spChg>
        <pc:spChg chg="mod topLvl">
          <ac:chgData name="Imazaki, Tomoya/今崎 智也" userId="848bb4c6-b74c-4953-bba0-f0430f4f9f49" providerId="ADAL" clId="{81B252DA-9B23-4C72-917F-0FE9AAF30911}" dt="2025-03-14T06:39:19.813" v="1000" actId="1036"/>
          <ac:spMkLst>
            <pc:docMk/>
            <pc:sldMk cId="138076651" sldId="350"/>
            <ac:spMk id="98" creationId="{E671445C-86F3-E41E-D189-FCEF89B87CB6}"/>
          </ac:spMkLst>
        </pc:spChg>
        <pc:spChg chg="mod topLvl">
          <ac:chgData name="Imazaki, Tomoya/今崎 智也" userId="848bb4c6-b74c-4953-bba0-f0430f4f9f49" providerId="ADAL" clId="{81B252DA-9B23-4C72-917F-0FE9AAF30911}" dt="2025-03-14T06:39:19.813" v="1000" actId="1036"/>
          <ac:spMkLst>
            <pc:docMk/>
            <pc:sldMk cId="138076651" sldId="350"/>
            <ac:spMk id="99" creationId="{02EAAEDA-9176-17F5-2E15-BF221EEAA9A3}"/>
          </ac:spMkLst>
        </pc:spChg>
        <pc:spChg chg="del mod topLvl">
          <ac:chgData name="Imazaki, Tomoya/今崎 智也" userId="848bb4c6-b74c-4953-bba0-f0430f4f9f49" providerId="ADAL" clId="{81B252DA-9B23-4C72-917F-0FE9AAF30911}" dt="2025-03-14T06:39:13.244" v="989" actId="478"/>
          <ac:spMkLst>
            <pc:docMk/>
            <pc:sldMk cId="138076651" sldId="350"/>
            <ac:spMk id="101" creationId="{BCB32998-B75E-13DB-2333-D69DBBD38529}"/>
          </ac:spMkLst>
        </pc:spChg>
        <pc:spChg chg="mod topLvl">
          <ac:chgData name="Imazaki, Tomoya/今崎 智也" userId="848bb4c6-b74c-4953-bba0-f0430f4f9f49" providerId="ADAL" clId="{81B252DA-9B23-4C72-917F-0FE9AAF30911}" dt="2025-03-14T06:31:42.032" v="828" actId="1076"/>
          <ac:spMkLst>
            <pc:docMk/>
            <pc:sldMk cId="138076651" sldId="350"/>
            <ac:spMk id="103" creationId="{1CEAAEAE-A3D3-EFD8-0FC4-7CE3D3BB15B3}"/>
          </ac:spMkLst>
        </pc:spChg>
        <pc:spChg chg="mod topLvl">
          <ac:chgData name="Imazaki, Tomoya/今崎 智也" userId="848bb4c6-b74c-4953-bba0-f0430f4f9f49" providerId="ADAL" clId="{81B252DA-9B23-4C72-917F-0FE9AAF30911}" dt="2025-03-14T06:31:42.032" v="828" actId="1076"/>
          <ac:spMkLst>
            <pc:docMk/>
            <pc:sldMk cId="138076651" sldId="350"/>
            <ac:spMk id="104" creationId="{BCBD8E93-EC62-6541-7DAD-6BC831761636}"/>
          </ac:spMkLst>
        </pc:spChg>
        <pc:spChg chg="mod topLvl">
          <ac:chgData name="Imazaki, Tomoya/今崎 智也" userId="848bb4c6-b74c-4953-bba0-f0430f4f9f49" providerId="ADAL" clId="{81B252DA-9B23-4C72-917F-0FE9AAF30911}" dt="2025-03-14T06:38:31.651" v="981" actId="1076"/>
          <ac:spMkLst>
            <pc:docMk/>
            <pc:sldMk cId="138076651" sldId="350"/>
            <ac:spMk id="105" creationId="{FEAA28C7-6F7E-EB0D-80F3-03F912A95184}"/>
          </ac:spMkLst>
        </pc:spChg>
        <pc:spChg chg="mod ord topLvl">
          <ac:chgData name="Imazaki, Tomoya/今崎 智也" userId="848bb4c6-b74c-4953-bba0-f0430f4f9f49" providerId="ADAL" clId="{81B252DA-9B23-4C72-917F-0FE9AAF30911}" dt="2025-03-14T06:36:55.808" v="926" actId="1076"/>
          <ac:spMkLst>
            <pc:docMk/>
            <pc:sldMk cId="138076651" sldId="350"/>
            <ac:spMk id="106" creationId="{77530C0D-A68E-E696-FD5B-9AD97CFC31EB}"/>
          </ac:spMkLst>
        </pc:spChg>
        <pc:spChg chg="mod ord topLvl">
          <ac:chgData name="Imazaki, Tomoya/今崎 智也" userId="848bb4c6-b74c-4953-bba0-f0430f4f9f49" providerId="ADAL" clId="{81B252DA-9B23-4C72-917F-0FE9AAF30911}" dt="2025-03-14T06:36:08.371" v="901" actId="1076"/>
          <ac:spMkLst>
            <pc:docMk/>
            <pc:sldMk cId="138076651" sldId="350"/>
            <ac:spMk id="107" creationId="{82C29039-9252-2302-B658-8D21404F8530}"/>
          </ac:spMkLst>
        </pc:spChg>
        <pc:spChg chg="mod ord topLvl">
          <ac:chgData name="Imazaki, Tomoya/今崎 智也" userId="848bb4c6-b74c-4953-bba0-f0430f4f9f49" providerId="ADAL" clId="{81B252DA-9B23-4C72-917F-0FE9AAF30911}" dt="2025-03-14T06:36:11.397" v="902" actId="1076"/>
          <ac:spMkLst>
            <pc:docMk/>
            <pc:sldMk cId="138076651" sldId="350"/>
            <ac:spMk id="108" creationId="{8870D89D-5BBC-D5C1-DFD3-4A54D32D29D4}"/>
          </ac:spMkLst>
        </pc:spChg>
        <pc:spChg chg="mod ord topLvl">
          <ac:chgData name="Imazaki, Tomoya/今崎 智也" userId="848bb4c6-b74c-4953-bba0-f0430f4f9f49" providerId="ADAL" clId="{81B252DA-9B23-4C72-917F-0FE9AAF30911}" dt="2025-03-14T06:36:15.412" v="903" actId="1076"/>
          <ac:spMkLst>
            <pc:docMk/>
            <pc:sldMk cId="138076651" sldId="350"/>
            <ac:spMk id="109" creationId="{B0622CCE-4A49-E3FD-C690-8EA95D4EB5C3}"/>
          </ac:spMkLst>
        </pc:spChg>
        <pc:spChg chg="mod ord topLvl">
          <ac:chgData name="Imazaki, Tomoya/今崎 智也" userId="848bb4c6-b74c-4953-bba0-f0430f4f9f49" providerId="ADAL" clId="{81B252DA-9B23-4C72-917F-0FE9AAF30911}" dt="2025-03-14T06:36:15.412" v="903" actId="1076"/>
          <ac:spMkLst>
            <pc:docMk/>
            <pc:sldMk cId="138076651" sldId="350"/>
            <ac:spMk id="110" creationId="{65790C0C-CCAA-CFC0-1D7F-72F3E2C35491}"/>
          </ac:spMkLst>
        </pc:spChg>
        <pc:spChg chg="mod ord topLvl">
          <ac:chgData name="Imazaki, Tomoya/今崎 智也" userId="848bb4c6-b74c-4953-bba0-f0430f4f9f49" providerId="ADAL" clId="{81B252DA-9B23-4C72-917F-0FE9AAF30911}" dt="2025-03-14T06:35:56.247" v="897" actId="1076"/>
          <ac:spMkLst>
            <pc:docMk/>
            <pc:sldMk cId="138076651" sldId="350"/>
            <ac:spMk id="111" creationId="{3E7F9B6D-44BD-4B79-7FDA-F906B35159FA}"/>
          </ac:spMkLst>
        </pc:spChg>
        <pc:spChg chg="mod topLvl">
          <ac:chgData name="Imazaki, Tomoya/今崎 智也" userId="848bb4c6-b74c-4953-bba0-f0430f4f9f49" providerId="ADAL" clId="{81B252DA-9B23-4C72-917F-0FE9AAF30911}" dt="2025-03-14T06:37:57.577" v="969" actId="1076"/>
          <ac:spMkLst>
            <pc:docMk/>
            <pc:sldMk cId="138076651" sldId="350"/>
            <ac:spMk id="112" creationId="{C60025BE-3207-A099-7342-9BCE8E0CF146}"/>
          </ac:spMkLst>
        </pc:spChg>
        <pc:spChg chg="mod topLvl">
          <ac:chgData name="Imazaki, Tomoya/今崎 智也" userId="848bb4c6-b74c-4953-bba0-f0430f4f9f49" providerId="ADAL" clId="{81B252DA-9B23-4C72-917F-0FE9AAF30911}" dt="2025-03-14T06:27:14.258" v="677" actId="1036"/>
          <ac:spMkLst>
            <pc:docMk/>
            <pc:sldMk cId="138076651" sldId="350"/>
            <ac:spMk id="114" creationId="{AB2F740B-AC2E-7821-987B-3FBFA5C91D1C}"/>
          </ac:spMkLst>
        </pc:spChg>
        <pc:spChg chg="mod topLvl">
          <ac:chgData name="Imazaki, Tomoya/今崎 智也" userId="848bb4c6-b74c-4953-bba0-f0430f4f9f49" providerId="ADAL" clId="{81B252DA-9B23-4C72-917F-0FE9AAF30911}" dt="2025-03-14T06:31:59.764" v="832" actId="14100"/>
          <ac:spMkLst>
            <pc:docMk/>
            <pc:sldMk cId="138076651" sldId="350"/>
            <ac:spMk id="118" creationId="{DC7187C3-58CF-8ADD-C07C-65B709A85316}"/>
          </ac:spMkLst>
        </pc:spChg>
        <pc:spChg chg="mod topLvl">
          <ac:chgData name="Imazaki, Tomoya/今崎 智也" userId="848bb4c6-b74c-4953-bba0-f0430f4f9f49" providerId="ADAL" clId="{81B252DA-9B23-4C72-917F-0FE9AAF30911}" dt="2025-03-14T06:39:19.813" v="1000" actId="1036"/>
          <ac:spMkLst>
            <pc:docMk/>
            <pc:sldMk cId="138076651" sldId="350"/>
            <ac:spMk id="119" creationId="{0BD31B9A-5C20-C47C-4B7D-6F50EA57B8D9}"/>
          </ac:spMkLst>
        </pc:spChg>
        <pc:spChg chg="mod">
          <ac:chgData name="Imazaki, Tomoya/今崎 智也" userId="848bb4c6-b74c-4953-bba0-f0430f4f9f49" providerId="ADAL" clId="{81B252DA-9B23-4C72-917F-0FE9AAF30911}" dt="2025-03-14T06:26:59.732" v="673" actId="165"/>
          <ac:spMkLst>
            <pc:docMk/>
            <pc:sldMk cId="138076651" sldId="350"/>
            <ac:spMk id="126" creationId="{80C394A9-D497-491E-A5AD-2BE5F92C82BD}"/>
          </ac:spMkLst>
        </pc:spChg>
        <pc:spChg chg="mod">
          <ac:chgData name="Imazaki, Tomoya/今崎 智也" userId="848bb4c6-b74c-4953-bba0-f0430f4f9f49" providerId="ADAL" clId="{81B252DA-9B23-4C72-917F-0FE9AAF30911}" dt="2025-03-14T06:26:59.732" v="673" actId="165"/>
          <ac:spMkLst>
            <pc:docMk/>
            <pc:sldMk cId="138076651" sldId="350"/>
            <ac:spMk id="129" creationId="{50058C5E-E48E-4CAE-B9CB-2FA3F8B40C7D}"/>
          </ac:spMkLst>
        </pc:spChg>
        <pc:spChg chg="mod">
          <ac:chgData name="Imazaki, Tomoya/今崎 智也" userId="848bb4c6-b74c-4953-bba0-f0430f4f9f49" providerId="ADAL" clId="{81B252DA-9B23-4C72-917F-0FE9AAF30911}" dt="2025-03-14T06:26:59.732" v="673" actId="165"/>
          <ac:spMkLst>
            <pc:docMk/>
            <pc:sldMk cId="138076651" sldId="350"/>
            <ac:spMk id="130" creationId="{C1A86E70-A5B3-6940-142C-22917C542A82}"/>
          </ac:spMkLst>
        </pc:spChg>
        <pc:spChg chg="mod">
          <ac:chgData name="Imazaki, Tomoya/今崎 智也" userId="848bb4c6-b74c-4953-bba0-f0430f4f9f49" providerId="ADAL" clId="{81B252DA-9B23-4C72-917F-0FE9AAF30911}" dt="2025-03-14T06:26:59.732" v="673" actId="165"/>
          <ac:spMkLst>
            <pc:docMk/>
            <pc:sldMk cId="138076651" sldId="350"/>
            <ac:spMk id="131" creationId="{7F80A09D-2667-DE93-F81D-F909DFD0B946}"/>
          </ac:spMkLst>
        </pc:spChg>
        <pc:spChg chg="mod">
          <ac:chgData name="Imazaki, Tomoya/今崎 智也" userId="848bb4c6-b74c-4953-bba0-f0430f4f9f49" providerId="ADAL" clId="{81B252DA-9B23-4C72-917F-0FE9AAF30911}" dt="2025-03-14T06:26:59.732" v="673" actId="165"/>
          <ac:spMkLst>
            <pc:docMk/>
            <pc:sldMk cId="138076651" sldId="350"/>
            <ac:spMk id="133" creationId="{8D93AA7B-B962-3E90-7784-5B3A1186C611}"/>
          </ac:spMkLst>
        </pc:spChg>
        <pc:spChg chg="mod">
          <ac:chgData name="Imazaki, Tomoya/今崎 智也" userId="848bb4c6-b74c-4953-bba0-f0430f4f9f49" providerId="ADAL" clId="{81B252DA-9B23-4C72-917F-0FE9AAF30911}" dt="2025-03-14T06:26:59.732" v="673" actId="165"/>
          <ac:spMkLst>
            <pc:docMk/>
            <pc:sldMk cId="138076651" sldId="350"/>
            <ac:spMk id="134" creationId="{ADB93508-A3E4-9D06-DF2B-30C575D5D610}"/>
          </ac:spMkLst>
        </pc:spChg>
        <pc:spChg chg="mod">
          <ac:chgData name="Imazaki, Tomoya/今崎 智也" userId="848bb4c6-b74c-4953-bba0-f0430f4f9f49" providerId="ADAL" clId="{81B252DA-9B23-4C72-917F-0FE9AAF30911}" dt="2025-03-14T06:26:59.732" v="673" actId="165"/>
          <ac:spMkLst>
            <pc:docMk/>
            <pc:sldMk cId="138076651" sldId="350"/>
            <ac:spMk id="137" creationId="{3F395CC7-C1CE-D9F6-94DA-C9DF307CF705}"/>
          </ac:spMkLst>
        </pc:spChg>
        <pc:spChg chg="mod">
          <ac:chgData name="Imazaki, Tomoya/今崎 智也" userId="848bb4c6-b74c-4953-bba0-f0430f4f9f49" providerId="ADAL" clId="{81B252DA-9B23-4C72-917F-0FE9AAF30911}" dt="2025-03-14T06:26:59.732" v="673" actId="165"/>
          <ac:spMkLst>
            <pc:docMk/>
            <pc:sldMk cId="138076651" sldId="350"/>
            <ac:spMk id="142" creationId="{A820A2F0-0249-34A7-53E4-242FADA63895}"/>
          </ac:spMkLst>
        </pc:spChg>
        <pc:spChg chg="mod">
          <ac:chgData name="Imazaki, Tomoya/今崎 智也" userId="848bb4c6-b74c-4953-bba0-f0430f4f9f49" providerId="ADAL" clId="{81B252DA-9B23-4C72-917F-0FE9AAF30911}" dt="2025-03-14T06:26:59.732" v="673" actId="165"/>
          <ac:spMkLst>
            <pc:docMk/>
            <pc:sldMk cId="138076651" sldId="350"/>
            <ac:spMk id="143" creationId="{A1B30582-E145-1ADB-B5D8-E3DE4E437F12}"/>
          </ac:spMkLst>
        </pc:spChg>
        <pc:spChg chg="mod">
          <ac:chgData name="Imazaki, Tomoya/今崎 智也" userId="848bb4c6-b74c-4953-bba0-f0430f4f9f49" providerId="ADAL" clId="{81B252DA-9B23-4C72-917F-0FE9AAF30911}" dt="2025-03-14T06:26:59.732" v="673" actId="165"/>
          <ac:spMkLst>
            <pc:docMk/>
            <pc:sldMk cId="138076651" sldId="350"/>
            <ac:spMk id="144" creationId="{E8FDF5A7-B078-0349-F06F-BE895F252526}"/>
          </ac:spMkLst>
        </pc:spChg>
        <pc:spChg chg="mod">
          <ac:chgData name="Imazaki, Tomoya/今崎 智也" userId="848bb4c6-b74c-4953-bba0-f0430f4f9f49" providerId="ADAL" clId="{81B252DA-9B23-4C72-917F-0FE9AAF30911}" dt="2025-03-14T06:26:59.732" v="673" actId="165"/>
          <ac:spMkLst>
            <pc:docMk/>
            <pc:sldMk cId="138076651" sldId="350"/>
            <ac:spMk id="145" creationId="{43F2B4AC-F6FE-548D-6EEC-2170100B0D07}"/>
          </ac:spMkLst>
        </pc:spChg>
        <pc:spChg chg="mod">
          <ac:chgData name="Imazaki, Tomoya/今崎 智也" userId="848bb4c6-b74c-4953-bba0-f0430f4f9f49" providerId="ADAL" clId="{81B252DA-9B23-4C72-917F-0FE9AAF30911}" dt="2025-03-14T06:26:59.732" v="673" actId="165"/>
          <ac:spMkLst>
            <pc:docMk/>
            <pc:sldMk cId="138076651" sldId="350"/>
            <ac:spMk id="146" creationId="{B3EA940D-6C34-E1B7-E4F9-91B445E3E99D}"/>
          </ac:spMkLst>
        </pc:spChg>
        <pc:spChg chg="mod">
          <ac:chgData name="Imazaki, Tomoya/今崎 智也" userId="848bb4c6-b74c-4953-bba0-f0430f4f9f49" providerId="ADAL" clId="{81B252DA-9B23-4C72-917F-0FE9AAF30911}" dt="2025-03-14T06:26:59.732" v="673" actId="165"/>
          <ac:spMkLst>
            <pc:docMk/>
            <pc:sldMk cId="138076651" sldId="350"/>
            <ac:spMk id="147" creationId="{DAA19A52-1D3D-C59C-0D91-96FFBEFDAAF5}"/>
          </ac:spMkLst>
        </pc:spChg>
        <pc:spChg chg="mod">
          <ac:chgData name="Imazaki, Tomoya/今崎 智也" userId="848bb4c6-b74c-4953-bba0-f0430f4f9f49" providerId="ADAL" clId="{81B252DA-9B23-4C72-917F-0FE9AAF30911}" dt="2025-03-14T06:26:59.732" v="673" actId="165"/>
          <ac:spMkLst>
            <pc:docMk/>
            <pc:sldMk cId="138076651" sldId="350"/>
            <ac:spMk id="148" creationId="{157C0894-9135-919E-9AD6-3FEEF5852785}"/>
          </ac:spMkLst>
        </pc:spChg>
        <pc:spChg chg="mod">
          <ac:chgData name="Imazaki, Tomoya/今崎 智也" userId="848bb4c6-b74c-4953-bba0-f0430f4f9f49" providerId="ADAL" clId="{81B252DA-9B23-4C72-917F-0FE9AAF30911}" dt="2025-03-14T06:26:59.732" v="673" actId="165"/>
          <ac:spMkLst>
            <pc:docMk/>
            <pc:sldMk cId="138076651" sldId="350"/>
            <ac:spMk id="149" creationId="{80D2FBC1-30A3-2AB3-C80A-28A0F533293D}"/>
          </ac:spMkLst>
        </pc:spChg>
        <pc:spChg chg="mod">
          <ac:chgData name="Imazaki, Tomoya/今崎 智也" userId="848bb4c6-b74c-4953-bba0-f0430f4f9f49" providerId="ADAL" clId="{81B252DA-9B23-4C72-917F-0FE9AAF30911}" dt="2025-03-14T06:26:59.732" v="673" actId="165"/>
          <ac:spMkLst>
            <pc:docMk/>
            <pc:sldMk cId="138076651" sldId="350"/>
            <ac:spMk id="150" creationId="{481A8FF5-07BF-5087-B651-D573939C90B3}"/>
          </ac:spMkLst>
        </pc:spChg>
        <pc:spChg chg="mod">
          <ac:chgData name="Imazaki, Tomoya/今崎 智也" userId="848bb4c6-b74c-4953-bba0-f0430f4f9f49" providerId="ADAL" clId="{81B252DA-9B23-4C72-917F-0FE9AAF30911}" dt="2025-03-14T06:26:59.732" v="673" actId="165"/>
          <ac:spMkLst>
            <pc:docMk/>
            <pc:sldMk cId="138076651" sldId="350"/>
            <ac:spMk id="151" creationId="{CE4F0AD0-2347-DD2D-5207-A58FFC8A5FCA}"/>
          </ac:spMkLst>
        </pc:spChg>
        <pc:spChg chg="mod">
          <ac:chgData name="Imazaki, Tomoya/今崎 智也" userId="848bb4c6-b74c-4953-bba0-f0430f4f9f49" providerId="ADAL" clId="{81B252DA-9B23-4C72-917F-0FE9AAF30911}" dt="2025-03-14T06:26:59.732" v="673" actId="165"/>
          <ac:spMkLst>
            <pc:docMk/>
            <pc:sldMk cId="138076651" sldId="350"/>
            <ac:spMk id="152" creationId="{0907A4FF-757C-B01F-D1E8-C6D7BB5D8E7F}"/>
          </ac:spMkLst>
        </pc:spChg>
        <pc:spChg chg="mod">
          <ac:chgData name="Imazaki, Tomoya/今崎 智也" userId="848bb4c6-b74c-4953-bba0-f0430f4f9f49" providerId="ADAL" clId="{81B252DA-9B23-4C72-917F-0FE9AAF30911}" dt="2025-03-14T06:26:59.732" v="673" actId="165"/>
          <ac:spMkLst>
            <pc:docMk/>
            <pc:sldMk cId="138076651" sldId="350"/>
            <ac:spMk id="153" creationId="{66D1D02B-7853-930A-43CA-D3DC54234EE7}"/>
          </ac:spMkLst>
        </pc:spChg>
        <pc:spChg chg="mod">
          <ac:chgData name="Imazaki, Tomoya/今崎 智也" userId="848bb4c6-b74c-4953-bba0-f0430f4f9f49" providerId="ADAL" clId="{81B252DA-9B23-4C72-917F-0FE9AAF30911}" dt="2025-03-14T06:26:59.732" v="673" actId="165"/>
          <ac:spMkLst>
            <pc:docMk/>
            <pc:sldMk cId="138076651" sldId="350"/>
            <ac:spMk id="154" creationId="{990F85D0-9C78-375E-ADA4-4FE282465F34}"/>
          </ac:spMkLst>
        </pc:spChg>
        <pc:spChg chg="mod">
          <ac:chgData name="Imazaki, Tomoya/今崎 智也" userId="848bb4c6-b74c-4953-bba0-f0430f4f9f49" providerId="ADAL" clId="{81B252DA-9B23-4C72-917F-0FE9AAF30911}" dt="2025-03-14T06:26:59.732" v="673" actId="165"/>
          <ac:spMkLst>
            <pc:docMk/>
            <pc:sldMk cId="138076651" sldId="350"/>
            <ac:spMk id="155" creationId="{AD05442C-3F4C-78CD-B765-8F226D98695C}"/>
          </ac:spMkLst>
        </pc:spChg>
        <pc:spChg chg="mod">
          <ac:chgData name="Imazaki, Tomoya/今崎 智也" userId="848bb4c6-b74c-4953-bba0-f0430f4f9f49" providerId="ADAL" clId="{81B252DA-9B23-4C72-917F-0FE9AAF30911}" dt="2025-03-14T06:26:59.732" v="673" actId="165"/>
          <ac:spMkLst>
            <pc:docMk/>
            <pc:sldMk cId="138076651" sldId="350"/>
            <ac:spMk id="156" creationId="{80488896-4FA1-5722-2328-3C79A9BC267C}"/>
          </ac:spMkLst>
        </pc:spChg>
        <pc:spChg chg="mod">
          <ac:chgData name="Imazaki, Tomoya/今崎 智也" userId="848bb4c6-b74c-4953-bba0-f0430f4f9f49" providerId="ADAL" clId="{81B252DA-9B23-4C72-917F-0FE9AAF30911}" dt="2025-03-14T06:26:59.732" v="673" actId="165"/>
          <ac:spMkLst>
            <pc:docMk/>
            <pc:sldMk cId="138076651" sldId="350"/>
            <ac:spMk id="157" creationId="{1B8EDCD0-5EF4-3B3A-F912-3C491CDD5265}"/>
          </ac:spMkLst>
        </pc:spChg>
        <pc:spChg chg="mod">
          <ac:chgData name="Imazaki, Tomoya/今崎 智也" userId="848bb4c6-b74c-4953-bba0-f0430f4f9f49" providerId="ADAL" clId="{81B252DA-9B23-4C72-917F-0FE9AAF30911}" dt="2025-03-14T06:26:59.732" v="673" actId="165"/>
          <ac:spMkLst>
            <pc:docMk/>
            <pc:sldMk cId="138076651" sldId="350"/>
            <ac:spMk id="158" creationId="{F5923C70-0ADA-06F0-B0B2-C9F5972B2C43}"/>
          </ac:spMkLst>
        </pc:spChg>
        <pc:spChg chg="mod">
          <ac:chgData name="Imazaki, Tomoya/今崎 智也" userId="848bb4c6-b74c-4953-bba0-f0430f4f9f49" providerId="ADAL" clId="{81B252DA-9B23-4C72-917F-0FE9AAF30911}" dt="2025-03-14T06:26:59.732" v="673" actId="165"/>
          <ac:spMkLst>
            <pc:docMk/>
            <pc:sldMk cId="138076651" sldId="350"/>
            <ac:spMk id="159" creationId="{7A345886-B3B3-AA68-B04D-98772426DBB7}"/>
          </ac:spMkLst>
        </pc:spChg>
        <pc:spChg chg="mod">
          <ac:chgData name="Imazaki, Tomoya/今崎 智也" userId="848bb4c6-b74c-4953-bba0-f0430f4f9f49" providerId="ADAL" clId="{81B252DA-9B23-4C72-917F-0FE9AAF30911}" dt="2025-03-14T06:26:59.732" v="673" actId="165"/>
          <ac:spMkLst>
            <pc:docMk/>
            <pc:sldMk cId="138076651" sldId="350"/>
            <ac:spMk id="160" creationId="{8F293CBD-FE1D-96D9-15DF-879A493F06CD}"/>
          </ac:spMkLst>
        </pc:spChg>
        <pc:spChg chg="mod">
          <ac:chgData name="Imazaki, Tomoya/今崎 智也" userId="848bb4c6-b74c-4953-bba0-f0430f4f9f49" providerId="ADAL" clId="{81B252DA-9B23-4C72-917F-0FE9AAF30911}" dt="2025-03-14T06:26:59.732" v="673" actId="165"/>
          <ac:spMkLst>
            <pc:docMk/>
            <pc:sldMk cId="138076651" sldId="350"/>
            <ac:spMk id="161" creationId="{6FB4E5BD-4F4D-62A2-D153-4729DEC3A5C1}"/>
          </ac:spMkLst>
        </pc:spChg>
        <pc:spChg chg="mod">
          <ac:chgData name="Imazaki, Tomoya/今崎 智也" userId="848bb4c6-b74c-4953-bba0-f0430f4f9f49" providerId="ADAL" clId="{81B252DA-9B23-4C72-917F-0FE9AAF30911}" dt="2025-03-14T06:26:59.732" v="673" actId="165"/>
          <ac:spMkLst>
            <pc:docMk/>
            <pc:sldMk cId="138076651" sldId="350"/>
            <ac:spMk id="162" creationId="{5C9999A2-5033-1D05-69A7-5112251073F0}"/>
          </ac:spMkLst>
        </pc:spChg>
        <pc:spChg chg="mod">
          <ac:chgData name="Imazaki, Tomoya/今崎 智也" userId="848bb4c6-b74c-4953-bba0-f0430f4f9f49" providerId="ADAL" clId="{81B252DA-9B23-4C72-917F-0FE9AAF30911}" dt="2025-03-14T06:26:59.732" v="673" actId="165"/>
          <ac:spMkLst>
            <pc:docMk/>
            <pc:sldMk cId="138076651" sldId="350"/>
            <ac:spMk id="163" creationId="{51E159B8-0763-43BF-C915-AC8044618EE1}"/>
          </ac:spMkLst>
        </pc:spChg>
        <pc:spChg chg="mod">
          <ac:chgData name="Imazaki, Tomoya/今崎 智也" userId="848bb4c6-b74c-4953-bba0-f0430f4f9f49" providerId="ADAL" clId="{81B252DA-9B23-4C72-917F-0FE9AAF30911}" dt="2025-03-14T06:26:59.732" v="673" actId="165"/>
          <ac:spMkLst>
            <pc:docMk/>
            <pc:sldMk cId="138076651" sldId="350"/>
            <ac:spMk id="164" creationId="{CC59A46C-7B41-A6E6-7606-4D06FF1AD603}"/>
          </ac:spMkLst>
        </pc:spChg>
        <pc:spChg chg="mod">
          <ac:chgData name="Imazaki, Tomoya/今崎 智也" userId="848bb4c6-b74c-4953-bba0-f0430f4f9f49" providerId="ADAL" clId="{81B252DA-9B23-4C72-917F-0FE9AAF30911}" dt="2025-03-14T06:26:59.732" v="673" actId="165"/>
          <ac:spMkLst>
            <pc:docMk/>
            <pc:sldMk cId="138076651" sldId="350"/>
            <ac:spMk id="165" creationId="{1FA357B5-1DBE-5F9E-A1DC-0DA092F759DA}"/>
          </ac:spMkLst>
        </pc:spChg>
        <pc:spChg chg="mod">
          <ac:chgData name="Imazaki, Tomoya/今崎 智也" userId="848bb4c6-b74c-4953-bba0-f0430f4f9f49" providerId="ADAL" clId="{81B252DA-9B23-4C72-917F-0FE9AAF30911}" dt="2025-03-14T06:26:59.732" v="673" actId="165"/>
          <ac:spMkLst>
            <pc:docMk/>
            <pc:sldMk cId="138076651" sldId="350"/>
            <ac:spMk id="171" creationId="{83F72904-1D6D-5631-E609-A3AB36C7B974}"/>
          </ac:spMkLst>
        </pc:spChg>
        <pc:spChg chg="mod">
          <ac:chgData name="Imazaki, Tomoya/今崎 智也" userId="848bb4c6-b74c-4953-bba0-f0430f4f9f49" providerId="ADAL" clId="{81B252DA-9B23-4C72-917F-0FE9AAF30911}" dt="2025-03-14T06:26:59.732" v="673" actId="165"/>
          <ac:spMkLst>
            <pc:docMk/>
            <pc:sldMk cId="138076651" sldId="350"/>
            <ac:spMk id="172" creationId="{C4350356-2CEC-63B6-EB03-4A39E51C9194}"/>
          </ac:spMkLst>
        </pc:spChg>
        <pc:spChg chg="mod">
          <ac:chgData name="Imazaki, Tomoya/今崎 智也" userId="848bb4c6-b74c-4953-bba0-f0430f4f9f49" providerId="ADAL" clId="{81B252DA-9B23-4C72-917F-0FE9AAF30911}" dt="2025-03-14T06:26:59.732" v="673" actId="165"/>
          <ac:spMkLst>
            <pc:docMk/>
            <pc:sldMk cId="138076651" sldId="350"/>
            <ac:spMk id="173" creationId="{2F4F9666-0544-80D7-1494-F4C7E0B6382F}"/>
          </ac:spMkLst>
        </pc:spChg>
        <pc:spChg chg="mod">
          <ac:chgData name="Imazaki, Tomoya/今崎 智也" userId="848bb4c6-b74c-4953-bba0-f0430f4f9f49" providerId="ADAL" clId="{81B252DA-9B23-4C72-917F-0FE9AAF30911}" dt="2025-03-14T06:26:59.732" v="673" actId="165"/>
          <ac:spMkLst>
            <pc:docMk/>
            <pc:sldMk cId="138076651" sldId="350"/>
            <ac:spMk id="174" creationId="{21BA06A6-00A5-AB65-ED36-667AE6A600D1}"/>
          </ac:spMkLst>
        </pc:spChg>
        <pc:spChg chg="mod">
          <ac:chgData name="Imazaki, Tomoya/今崎 智也" userId="848bb4c6-b74c-4953-bba0-f0430f4f9f49" providerId="ADAL" clId="{81B252DA-9B23-4C72-917F-0FE9AAF30911}" dt="2025-03-14T06:26:59.732" v="673" actId="165"/>
          <ac:spMkLst>
            <pc:docMk/>
            <pc:sldMk cId="138076651" sldId="350"/>
            <ac:spMk id="175" creationId="{4C6EA601-5563-A984-82C2-A461952CC040}"/>
          </ac:spMkLst>
        </pc:spChg>
        <pc:spChg chg="mod">
          <ac:chgData name="Imazaki, Tomoya/今崎 智也" userId="848bb4c6-b74c-4953-bba0-f0430f4f9f49" providerId="ADAL" clId="{81B252DA-9B23-4C72-917F-0FE9AAF30911}" dt="2025-03-14T06:26:59.732" v="673" actId="165"/>
          <ac:spMkLst>
            <pc:docMk/>
            <pc:sldMk cId="138076651" sldId="350"/>
            <ac:spMk id="176" creationId="{012D77F9-08BF-70E3-C688-84751003A745}"/>
          </ac:spMkLst>
        </pc:spChg>
        <pc:spChg chg="mod">
          <ac:chgData name="Imazaki, Tomoya/今崎 智也" userId="848bb4c6-b74c-4953-bba0-f0430f4f9f49" providerId="ADAL" clId="{81B252DA-9B23-4C72-917F-0FE9AAF30911}" dt="2025-03-14T06:26:59.732" v="673" actId="165"/>
          <ac:spMkLst>
            <pc:docMk/>
            <pc:sldMk cId="138076651" sldId="350"/>
            <ac:spMk id="177" creationId="{3996D6C6-97C3-5342-FD31-AC6244178CC6}"/>
          </ac:spMkLst>
        </pc:spChg>
        <pc:spChg chg="mod">
          <ac:chgData name="Imazaki, Tomoya/今崎 智也" userId="848bb4c6-b74c-4953-bba0-f0430f4f9f49" providerId="ADAL" clId="{81B252DA-9B23-4C72-917F-0FE9AAF30911}" dt="2025-03-14T06:26:59.732" v="673" actId="165"/>
          <ac:spMkLst>
            <pc:docMk/>
            <pc:sldMk cId="138076651" sldId="350"/>
            <ac:spMk id="178" creationId="{606E8053-7009-1A27-1C21-E3C5279C08BC}"/>
          </ac:spMkLst>
        </pc:spChg>
        <pc:spChg chg="mod">
          <ac:chgData name="Imazaki, Tomoya/今崎 智也" userId="848bb4c6-b74c-4953-bba0-f0430f4f9f49" providerId="ADAL" clId="{81B252DA-9B23-4C72-917F-0FE9AAF30911}" dt="2025-03-14T06:26:59.732" v="673" actId="165"/>
          <ac:spMkLst>
            <pc:docMk/>
            <pc:sldMk cId="138076651" sldId="350"/>
            <ac:spMk id="179" creationId="{37962616-ABD4-3A27-3C93-DAF990C4E8E6}"/>
          </ac:spMkLst>
        </pc:spChg>
        <pc:spChg chg="mod">
          <ac:chgData name="Imazaki, Tomoya/今崎 智也" userId="848bb4c6-b74c-4953-bba0-f0430f4f9f49" providerId="ADAL" clId="{81B252DA-9B23-4C72-917F-0FE9AAF30911}" dt="2025-03-14T06:26:59.732" v="673" actId="165"/>
          <ac:spMkLst>
            <pc:docMk/>
            <pc:sldMk cId="138076651" sldId="350"/>
            <ac:spMk id="180" creationId="{9649BB96-FFF2-4112-A3B4-98EB1DA39374}"/>
          </ac:spMkLst>
        </pc:spChg>
        <pc:spChg chg="mod">
          <ac:chgData name="Imazaki, Tomoya/今崎 智也" userId="848bb4c6-b74c-4953-bba0-f0430f4f9f49" providerId="ADAL" clId="{81B252DA-9B23-4C72-917F-0FE9AAF30911}" dt="2025-03-14T06:26:59.732" v="673" actId="165"/>
          <ac:spMkLst>
            <pc:docMk/>
            <pc:sldMk cId="138076651" sldId="350"/>
            <ac:spMk id="181" creationId="{3D307372-3CC6-0CAB-2B85-B8DCA52F5D02}"/>
          </ac:spMkLst>
        </pc:spChg>
        <pc:spChg chg="mod">
          <ac:chgData name="Imazaki, Tomoya/今崎 智也" userId="848bb4c6-b74c-4953-bba0-f0430f4f9f49" providerId="ADAL" clId="{81B252DA-9B23-4C72-917F-0FE9AAF30911}" dt="2025-03-14T06:26:59.732" v="673" actId="165"/>
          <ac:spMkLst>
            <pc:docMk/>
            <pc:sldMk cId="138076651" sldId="350"/>
            <ac:spMk id="182" creationId="{F391B6C1-DCB7-019E-E4BF-C253C5995743}"/>
          </ac:spMkLst>
        </pc:spChg>
        <pc:spChg chg="add mod ord">
          <ac:chgData name="Imazaki, Tomoya/今崎 智也" userId="848bb4c6-b74c-4953-bba0-f0430f4f9f49" providerId="ADAL" clId="{81B252DA-9B23-4C72-917F-0FE9AAF30911}" dt="2025-03-14T06:35:29.302" v="891" actId="1076"/>
          <ac:spMkLst>
            <pc:docMk/>
            <pc:sldMk cId="138076651" sldId="350"/>
            <ac:spMk id="187" creationId="{0A8FCCF6-3A21-EDC3-86FD-9FAC91770760}"/>
          </ac:spMkLst>
        </pc:spChg>
        <pc:spChg chg="add mod ord">
          <ac:chgData name="Imazaki, Tomoya/今崎 智也" userId="848bb4c6-b74c-4953-bba0-f0430f4f9f49" providerId="ADAL" clId="{81B252DA-9B23-4C72-917F-0FE9AAF30911}" dt="2025-03-14T06:35:29.302" v="891" actId="1076"/>
          <ac:spMkLst>
            <pc:docMk/>
            <pc:sldMk cId="138076651" sldId="350"/>
            <ac:spMk id="188" creationId="{881699BB-6018-AA1A-2ADA-7FFCDC4BCBD4}"/>
          </ac:spMkLst>
        </pc:spChg>
        <pc:spChg chg="add mod">
          <ac:chgData name="Imazaki, Tomoya/今崎 智也" userId="848bb4c6-b74c-4953-bba0-f0430f4f9f49" providerId="ADAL" clId="{81B252DA-9B23-4C72-917F-0FE9AAF30911}" dt="2025-03-14T06:35:54.438" v="896" actId="14100"/>
          <ac:spMkLst>
            <pc:docMk/>
            <pc:sldMk cId="138076651" sldId="350"/>
            <ac:spMk id="189" creationId="{3AEF2274-71CF-6ADE-729C-8EE6259BB200}"/>
          </ac:spMkLst>
        </pc:spChg>
        <pc:spChg chg="add mod">
          <ac:chgData name="Imazaki, Tomoya/今崎 智也" userId="848bb4c6-b74c-4953-bba0-f0430f4f9f49" providerId="ADAL" clId="{81B252DA-9B23-4C72-917F-0FE9AAF30911}" dt="2025-03-14T06:36:53.804" v="925" actId="14100"/>
          <ac:spMkLst>
            <pc:docMk/>
            <pc:sldMk cId="138076651" sldId="350"/>
            <ac:spMk id="190" creationId="{D6632C68-AB29-5340-3F05-1DACBFB337EB}"/>
          </ac:spMkLst>
        </pc:spChg>
        <pc:spChg chg="add mod">
          <ac:chgData name="Imazaki, Tomoya/今崎 智也" userId="848bb4c6-b74c-4953-bba0-f0430f4f9f49" providerId="ADAL" clId="{81B252DA-9B23-4C72-917F-0FE9AAF30911}" dt="2025-03-14T06:36:05.515" v="900" actId="1076"/>
          <ac:spMkLst>
            <pc:docMk/>
            <pc:sldMk cId="138076651" sldId="350"/>
            <ac:spMk id="191" creationId="{4205D692-C972-EC7D-7923-529CEFE1EBD2}"/>
          </ac:spMkLst>
        </pc:spChg>
        <pc:spChg chg="add mod">
          <ac:chgData name="Imazaki, Tomoya/今崎 智也" userId="848bb4c6-b74c-4953-bba0-f0430f4f9f49" providerId="ADAL" clId="{81B252DA-9B23-4C72-917F-0FE9AAF30911}" dt="2025-03-14T06:36:31.118" v="924" actId="1037"/>
          <ac:spMkLst>
            <pc:docMk/>
            <pc:sldMk cId="138076651" sldId="350"/>
            <ac:spMk id="192" creationId="{FF033DED-EAA1-239D-E686-B919FD498332}"/>
          </ac:spMkLst>
        </pc:spChg>
        <pc:spChg chg="add del mod">
          <ac:chgData name="Imazaki, Tomoya/今崎 智也" userId="848bb4c6-b74c-4953-bba0-f0430f4f9f49" providerId="ADAL" clId="{81B252DA-9B23-4C72-917F-0FE9AAF30911}" dt="2025-03-14T06:37:07.824" v="928" actId="478"/>
          <ac:spMkLst>
            <pc:docMk/>
            <pc:sldMk cId="138076651" sldId="350"/>
            <ac:spMk id="193" creationId="{0C401AE5-E0B3-3412-AB6C-28BF7E211354}"/>
          </ac:spMkLst>
        </pc:spChg>
        <pc:spChg chg="add mod">
          <ac:chgData name="Imazaki, Tomoya/今崎 智也" userId="848bb4c6-b74c-4953-bba0-f0430f4f9f49" providerId="ADAL" clId="{81B252DA-9B23-4C72-917F-0FE9AAF30911}" dt="2025-03-14T06:37:21.887" v="938" actId="1076"/>
          <ac:spMkLst>
            <pc:docMk/>
            <pc:sldMk cId="138076651" sldId="350"/>
            <ac:spMk id="194" creationId="{FECC9E5E-197A-46B1-CB33-4A57771742E6}"/>
          </ac:spMkLst>
        </pc:spChg>
        <pc:spChg chg="add mod">
          <ac:chgData name="Imazaki, Tomoya/今崎 智也" userId="848bb4c6-b74c-4953-bba0-f0430f4f9f49" providerId="ADAL" clId="{81B252DA-9B23-4C72-917F-0FE9AAF30911}" dt="2025-03-14T06:37:21.887" v="938" actId="1076"/>
          <ac:spMkLst>
            <pc:docMk/>
            <pc:sldMk cId="138076651" sldId="350"/>
            <ac:spMk id="195" creationId="{B99E4C0F-B4D5-BEF6-7662-C21FF34F40A4}"/>
          </ac:spMkLst>
        </pc:spChg>
        <pc:spChg chg="add mod">
          <ac:chgData name="Imazaki, Tomoya/今崎 智也" userId="848bb4c6-b74c-4953-bba0-f0430f4f9f49" providerId="ADAL" clId="{81B252DA-9B23-4C72-917F-0FE9AAF30911}" dt="2025-03-14T06:39:54.779" v="1008" actId="6549"/>
          <ac:spMkLst>
            <pc:docMk/>
            <pc:sldMk cId="138076651" sldId="350"/>
            <ac:spMk id="196" creationId="{B3AEDEF6-8EA9-AD32-595D-90E5656F8EBC}"/>
          </ac:spMkLst>
        </pc:spChg>
        <pc:grpChg chg="add del mod">
          <ac:chgData name="Imazaki, Tomoya/今崎 智也" userId="848bb4c6-b74c-4953-bba0-f0430f4f9f49" providerId="ADAL" clId="{81B252DA-9B23-4C72-917F-0FE9AAF30911}" dt="2025-03-14T06:26:59.732" v="673" actId="165"/>
          <ac:grpSpMkLst>
            <pc:docMk/>
            <pc:sldMk cId="138076651" sldId="350"/>
            <ac:grpSpMk id="2" creationId="{FD46B0BD-4CCB-6B77-0864-ACBF9B2D7530}"/>
          </ac:grpSpMkLst>
        </pc:grpChg>
        <pc:grpChg chg="mod topLvl">
          <ac:chgData name="Imazaki, Tomoya/今崎 智也" userId="848bb4c6-b74c-4953-bba0-f0430f4f9f49" providerId="ADAL" clId="{81B252DA-9B23-4C72-917F-0FE9AAF30911}" dt="2025-03-14T06:31:53.348" v="830" actId="1076"/>
          <ac:grpSpMkLst>
            <pc:docMk/>
            <pc:sldMk cId="138076651" sldId="350"/>
            <ac:grpSpMk id="77" creationId="{3ED94E4E-D43E-B8DA-386E-63A627460F4A}"/>
          </ac:grpSpMkLst>
        </pc:grpChg>
        <pc:grpChg chg="mod topLvl">
          <ac:chgData name="Imazaki, Tomoya/今崎 智也" userId="848bb4c6-b74c-4953-bba0-f0430f4f9f49" providerId="ADAL" clId="{81B252DA-9B23-4C72-917F-0FE9AAF30911}" dt="2025-03-14T06:27:14.258" v="677" actId="1036"/>
          <ac:grpSpMkLst>
            <pc:docMk/>
            <pc:sldMk cId="138076651" sldId="350"/>
            <ac:grpSpMk id="83" creationId="{C314889D-3A65-0C94-1C79-B609D7BB6C80}"/>
          </ac:grpSpMkLst>
        </pc:grpChg>
        <pc:grpChg chg="del mod topLvl">
          <ac:chgData name="Imazaki, Tomoya/今崎 智也" userId="848bb4c6-b74c-4953-bba0-f0430f4f9f49" providerId="ADAL" clId="{81B252DA-9B23-4C72-917F-0FE9AAF30911}" dt="2025-03-14T06:27:03.246" v="674" actId="478"/>
          <ac:grpSpMkLst>
            <pc:docMk/>
            <pc:sldMk cId="138076651" sldId="350"/>
            <ac:grpSpMk id="120" creationId="{784B6630-DDD0-A885-B06D-6745D98EC030}"/>
          </ac:grpSpMkLst>
        </pc:grpChg>
        <pc:grpChg chg="mod">
          <ac:chgData name="Imazaki, Tomoya/今崎 智也" userId="848bb4c6-b74c-4953-bba0-f0430f4f9f49" providerId="ADAL" clId="{81B252DA-9B23-4C72-917F-0FE9AAF30911}" dt="2025-03-14T06:26:59.732" v="673" actId="165"/>
          <ac:grpSpMkLst>
            <pc:docMk/>
            <pc:sldMk cId="138076651" sldId="350"/>
            <ac:grpSpMk id="123" creationId="{9D52D4B4-C13E-D16C-2100-E5A67CEA2664}"/>
          </ac:grpSpMkLst>
        </pc:grpChg>
        <pc:grpChg chg="mod">
          <ac:chgData name="Imazaki, Tomoya/今崎 智也" userId="848bb4c6-b74c-4953-bba0-f0430f4f9f49" providerId="ADAL" clId="{81B252DA-9B23-4C72-917F-0FE9AAF30911}" dt="2025-03-14T06:26:59.732" v="673" actId="165"/>
          <ac:grpSpMkLst>
            <pc:docMk/>
            <pc:sldMk cId="138076651" sldId="350"/>
            <ac:grpSpMk id="124" creationId="{5B6B95A1-EB26-FBDE-42A1-DC01826679BA}"/>
          </ac:grpSpMkLst>
        </pc:grpChg>
        <pc:grpChg chg="mod">
          <ac:chgData name="Imazaki, Tomoya/今崎 智也" userId="848bb4c6-b74c-4953-bba0-f0430f4f9f49" providerId="ADAL" clId="{81B252DA-9B23-4C72-917F-0FE9AAF30911}" dt="2025-03-14T06:26:59.732" v="673" actId="165"/>
          <ac:grpSpMkLst>
            <pc:docMk/>
            <pc:sldMk cId="138076651" sldId="350"/>
            <ac:grpSpMk id="125" creationId="{442283AA-3F6D-87B6-6763-38A7B67F7C71}"/>
          </ac:grpSpMkLst>
        </pc:grpChg>
        <pc:grpChg chg="mod">
          <ac:chgData name="Imazaki, Tomoya/今崎 智也" userId="848bb4c6-b74c-4953-bba0-f0430f4f9f49" providerId="ADAL" clId="{81B252DA-9B23-4C72-917F-0FE9AAF30911}" dt="2025-03-14T06:26:59.732" v="673" actId="165"/>
          <ac:grpSpMkLst>
            <pc:docMk/>
            <pc:sldMk cId="138076651" sldId="350"/>
            <ac:grpSpMk id="135" creationId="{70EF26B4-053A-38AD-EC8B-17A540689EDB}"/>
          </ac:grpSpMkLst>
        </pc:grpChg>
        <pc:grpChg chg="mod">
          <ac:chgData name="Imazaki, Tomoya/今崎 智也" userId="848bb4c6-b74c-4953-bba0-f0430f4f9f49" providerId="ADAL" clId="{81B252DA-9B23-4C72-917F-0FE9AAF30911}" dt="2025-03-14T06:26:59.732" v="673" actId="165"/>
          <ac:grpSpMkLst>
            <pc:docMk/>
            <pc:sldMk cId="138076651" sldId="350"/>
            <ac:grpSpMk id="136" creationId="{CC965E0C-501B-2874-8B08-F7C07C4867BC}"/>
          </ac:grpSpMkLst>
        </pc:grpChg>
        <pc:grpChg chg="mod">
          <ac:chgData name="Imazaki, Tomoya/今崎 智也" userId="848bb4c6-b74c-4953-bba0-f0430f4f9f49" providerId="ADAL" clId="{81B252DA-9B23-4C72-917F-0FE9AAF30911}" dt="2025-03-14T06:26:59.732" v="673" actId="165"/>
          <ac:grpSpMkLst>
            <pc:docMk/>
            <pc:sldMk cId="138076651" sldId="350"/>
            <ac:grpSpMk id="138" creationId="{F8E350E4-3477-53AC-6073-2FE7FD3FDAE0}"/>
          </ac:grpSpMkLst>
        </pc:grpChg>
        <pc:grpChg chg="mod">
          <ac:chgData name="Imazaki, Tomoya/今崎 智也" userId="848bb4c6-b74c-4953-bba0-f0430f4f9f49" providerId="ADAL" clId="{81B252DA-9B23-4C72-917F-0FE9AAF30911}" dt="2025-03-14T06:26:59.732" v="673" actId="165"/>
          <ac:grpSpMkLst>
            <pc:docMk/>
            <pc:sldMk cId="138076651" sldId="350"/>
            <ac:grpSpMk id="139" creationId="{79371F14-FC46-1421-E8F8-9BA05D3CA35C}"/>
          </ac:grpSpMkLst>
        </pc:grpChg>
        <pc:grpChg chg="mod">
          <ac:chgData name="Imazaki, Tomoya/今崎 智也" userId="848bb4c6-b74c-4953-bba0-f0430f4f9f49" providerId="ADAL" clId="{81B252DA-9B23-4C72-917F-0FE9AAF30911}" dt="2025-03-14T06:26:59.732" v="673" actId="165"/>
          <ac:grpSpMkLst>
            <pc:docMk/>
            <pc:sldMk cId="138076651" sldId="350"/>
            <ac:grpSpMk id="140" creationId="{96F67F72-F6C5-C96E-175B-7B0781DAF988}"/>
          </ac:grpSpMkLst>
        </pc:grpChg>
        <pc:grpChg chg="mod">
          <ac:chgData name="Imazaki, Tomoya/今崎 智也" userId="848bb4c6-b74c-4953-bba0-f0430f4f9f49" providerId="ADAL" clId="{81B252DA-9B23-4C72-917F-0FE9AAF30911}" dt="2025-03-14T06:26:59.732" v="673" actId="165"/>
          <ac:grpSpMkLst>
            <pc:docMk/>
            <pc:sldMk cId="138076651" sldId="350"/>
            <ac:grpSpMk id="141" creationId="{A8C223F0-DD8D-0287-5BEF-22189F6C6A2B}"/>
          </ac:grpSpMkLst>
        </pc:grpChg>
        <pc:picChg chg="mod topLvl">
          <ac:chgData name="Imazaki, Tomoya/今崎 智也" userId="848bb4c6-b74c-4953-bba0-f0430f4f9f49" providerId="ADAL" clId="{81B252DA-9B23-4C72-917F-0FE9AAF30911}" dt="2025-03-14T06:39:19.813" v="1000" actId="1036"/>
          <ac:picMkLst>
            <pc:docMk/>
            <pc:sldMk cId="138076651" sldId="350"/>
            <ac:picMk id="91" creationId="{383CC796-922B-58CF-4D13-12616FE9DD94}"/>
          </ac:picMkLst>
        </pc:picChg>
        <pc:picChg chg="mod topLvl">
          <ac:chgData name="Imazaki, Tomoya/今崎 智也" userId="848bb4c6-b74c-4953-bba0-f0430f4f9f49" providerId="ADAL" clId="{81B252DA-9B23-4C72-917F-0FE9AAF30911}" dt="2025-03-14T06:39:19.813" v="1000" actId="1036"/>
          <ac:picMkLst>
            <pc:docMk/>
            <pc:sldMk cId="138076651" sldId="350"/>
            <ac:picMk id="92" creationId="{6BF2F854-1126-8FC5-BCDD-6FF5FA6BEF05}"/>
          </ac:picMkLst>
        </pc:picChg>
        <pc:picChg chg="mod topLvl">
          <ac:chgData name="Imazaki, Tomoya/今崎 智也" userId="848bb4c6-b74c-4953-bba0-f0430f4f9f49" providerId="ADAL" clId="{81B252DA-9B23-4C72-917F-0FE9AAF30911}" dt="2025-03-14T06:39:19.813" v="1000" actId="1036"/>
          <ac:picMkLst>
            <pc:docMk/>
            <pc:sldMk cId="138076651" sldId="350"/>
            <ac:picMk id="93" creationId="{0168EB67-2342-1704-B7BA-DB222F15C728}"/>
          </ac:picMkLst>
        </pc:picChg>
        <pc:picChg chg="mod topLvl">
          <ac:chgData name="Imazaki, Tomoya/今崎 智也" userId="848bb4c6-b74c-4953-bba0-f0430f4f9f49" providerId="ADAL" clId="{81B252DA-9B23-4C72-917F-0FE9AAF30911}" dt="2025-03-14T06:39:19.813" v="1000" actId="1036"/>
          <ac:picMkLst>
            <pc:docMk/>
            <pc:sldMk cId="138076651" sldId="350"/>
            <ac:picMk id="100" creationId="{587160F9-774B-1781-C26C-F12AC64970C7}"/>
          </ac:picMkLst>
        </pc:picChg>
        <pc:picChg chg="mod">
          <ac:chgData name="Imazaki, Tomoya/今崎 智也" userId="848bb4c6-b74c-4953-bba0-f0430f4f9f49" providerId="ADAL" clId="{81B252DA-9B23-4C72-917F-0FE9AAF30911}" dt="2025-03-14T06:26:59.732" v="673" actId="165"/>
          <ac:picMkLst>
            <pc:docMk/>
            <pc:sldMk cId="138076651" sldId="350"/>
            <ac:picMk id="127" creationId="{FC6D00EA-B392-EA27-6E70-02C75FAB5445}"/>
          </ac:picMkLst>
        </pc:picChg>
        <pc:picChg chg="mod">
          <ac:chgData name="Imazaki, Tomoya/今崎 智也" userId="848bb4c6-b74c-4953-bba0-f0430f4f9f49" providerId="ADAL" clId="{81B252DA-9B23-4C72-917F-0FE9AAF30911}" dt="2025-03-14T06:26:59.732" v="673" actId="165"/>
          <ac:picMkLst>
            <pc:docMk/>
            <pc:sldMk cId="138076651" sldId="350"/>
            <ac:picMk id="128" creationId="{35C72630-5966-F1C9-2E23-F00BCAF680D4}"/>
          </ac:picMkLst>
        </pc:picChg>
        <pc:picChg chg="mod">
          <ac:chgData name="Imazaki, Tomoya/今崎 智也" userId="848bb4c6-b74c-4953-bba0-f0430f4f9f49" providerId="ADAL" clId="{81B252DA-9B23-4C72-917F-0FE9AAF30911}" dt="2025-03-14T06:26:59.732" v="673" actId="165"/>
          <ac:picMkLst>
            <pc:docMk/>
            <pc:sldMk cId="138076651" sldId="350"/>
            <ac:picMk id="132" creationId="{084C7C52-61A0-C357-610B-43F03B7F5C08}"/>
          </ac:picMkLst>
        </pc:picChg>
        <pc:picChg chg="mod">
          <ac:chgData name="Imazaki, Tomoya/今崎 智也" userId="848bb4c6-b74c-4953-bba0-f0430f4f9f49" providerId="ADAL" clId="{81B252DA-9B23-4C72-917F-0FE9AAF30911}" dt="2025-03-14T06:26:59.732" v="673" actId="165"/>
          <ac:picMkLst>
            <pc:docMk/>
            <pc:sldMk cId="138076651" sldId="350"/>
            <ac:picMk id="166" creationId="{44B2B3BA-038F-9B84-FD1F-559EF5349B17}"/>
          </ac:picMkLst>
        </pc:picChg>
        <pc:picChg chg="mod">
          <ac:chgData name="Imazaki, Tomoya/今崎 智也" userId="848bb4c6-b74c-4953-bba0-f0430f4f9f49" providerId="ADAL" clId="{81B252DA-9B23-4C72-917F-0FE9AAF30911}" dt="2025-03-14T06:26:59.732" v="673" actId="165"/>
          <ac:picMkLst>
            <pc:docMk/>
            <pc:sldMk cId="138076651" sldId="350"/>
            <ac:picMk id="167" creationId="{9D323BC4-76CC-0178-19DD-2EC92A245429}"/>
          </ac:picMkLst>
        </pc:picChg>
        <pc:picChg chg="mod">
          <ac:chgData name="Imazaki, Tomoya/今崎 智也" userId="848bb4c6-b74c-4953-bba0-f0430f4f9f49" providerId="ADAL" clId="{81B252DA-9B23-4C72-917F-0FE9AAF30911}" dt="2025-03-14T06:26:59.732" v="673" actId="165"/>
          <ac:picMkLst>
            <pc:docMk/>
            <pc:sldMk cId="138076651" sldId="350"/>
            <ac:picMk id="168" creationId="{CDFC24C2-AB82-4039-34E2-056347B044AF}"/>
          </ac:picMkLst>
        </pc:picChg>
        <pc:picChg chg="mod">
          <ac:chgData name="Imazaki, Tomoya/今崎 智也" userId="848bb4c6-b74c-4953-bba0-f0430f4f9f49" providerId="ADAL" clId="{81B252DA-9B23-4C72-917F-0FE9AAF30911}" dt="2025-03-14T06:26:59.732" v="673" actId="165"/>
          <ac:picMkLst>
            <pc:docMk/>
            <pc:sldMk cId="138076651" sldId="350"/>
            <ac:picMk id="169" creationId="{530BC126-4540-06B9-59D6-A1BAC1208292}"/>
          </ac:picMkLst>
        </pc:picChg>
        <pc:picChg chg="mod">
          <ac:chgData name="Imazaki, Tomoya/今崎 智也" userId="848bb4c6-b74c-4953-bba0-f0430f4f9f49" providerId="ADAL" clId="{81B252DA-9B23-4C72-917F-0FE9AAF30911}" dt="2025-03-14T06:26:59.732" v="673" actId="165"/>
          <ac:picMkLst>
            <pc:docMk/>
            <pc:sldMk cId="138076651" sldId="350"/>
            <ac:picMk id="170" creationId="{2D8657E2-C3C6-2A11-924A-EA079D448593}"/>
          </ac:picMkLst>
        </pc:picChg>
        <pc:cxnChg chg="mod topLvl">
          <ac:chgData name="Imazaki, Tomoya/今崎 智也" userId="848bb4c6-b74c-4953-bba0-f0430f4f9f49" providerId="ADAL" clId="{81B252DA-9B23-4C72-917F-0FE9AAF30911}" dt="2025-03-14T06:28:15.264" v="682" actId="1076"/>
          <ac:cxnSpMkLst>
            <pc:docMk/>
            <pc:sldMk cId="138076651" sldId="350"/>
            <ac:cxnSpMk id="16" creationId="{50F9EDB2-0A3F-872A-7CE9-06D77006A07B}"/>
          </ac:cxnSpMkLst>
        </pc:cxnChg>
        <pc:cxnChg chg="mod topLvl">
          <ac:chgData name="Imazaki, Tomoya/今崎 智也" userId="848bb4c6-b74c-4953-bba0-f0430f4f9f49" providerId="ADAL" clId="{81B252DA-9B23-4C72-917F-0FE9AAF30911}" dt="2025-03-14T06:31:44.606" v="829" actId="1076"/>
          <ac:cxnSpMkLst>
            <pc:docMk/>
            <pc:sldMk cId="138076651" sldId="350"/>
            <ac:cxnSpMk id="17" creationId="{49A6317A-AB15-0AC4-AF7A-19E234B3DE42}"/>
          </ac:cxnSpMkLst>
        </pc:cxnChg>
        <pc:cxnChg chg="mod topLvl">
          <ac:chgData name="Imazaki, Tomoya/今崎 智也" userId="848bb4c6-b74c-4953-bba0-f0430f4f9f49" providerId="ADAL" clId="{81B252DA-9B23-4C72-917F-0FE9AAF30911}" dt="2025-03-14T06:27:14.258" v="677" actId="1036"/>
          <ac:cxnSpMkLst>
            <pc:docMk/>
            <pc:sldMk cId="138076651" sldId="350"/>
            <ac:cxnSpMk id="22" creationId="{0EF09393-B29B-FE14-EE92-0CF629BB8FC4}"/>
          </ac:cxnSpMkLst>
        </pc:cxnChg>
        <pc:cxnChg chg="mod topLvl">
          <ac:chgData name="Imazaki, Tomoya/今崎 智也" userId="848bb4c6-b74c-4953-bba0-f0430f4f9f49" providerId="ADAL" clId="{81B252DA-9B23-4C72-917F-0FE9AAF30911}" dt="2025-03-14T06:27:14.258" v="677" actId="1036"/>
          <ac:cxnSpMkLst>
            <pc:docMk/>
            <pc:sldMk cId="138076651" sldId="350"/>
            <ac:cxnSpMk id="27" creationId="{9BEEA296-E2DE-1D56-2E68-74772BA3DBD6}"/>
          </ac:cxnSpMkLst>
        </pc:cxnChg>
        <pc:cxnChg chg="mod topLvl">
          <ac:chgData name="Imazaki, Tomoya/今崎 智也" userId="848bb4c6-b74c-4953-bba0-f0430f4f9f49" providerId="ADAL" clId="{81B252DA-9B23-4C72-917F-0FE9AAF30911}" dt="2025-03-14T06:32:39.935" v="842" actId="14100"/>
          <ac:cxnSpMkLst>
            <pc:docMk/>
            <pc:sldMk cId="138076651" sldId="350"/>
            <ac:cxnSpMk id="28" creationId="{3DE7476A-E7A8-303D-B2E2-C920BB7C1C8C}"/>
          </ac:cxnSpMkLst>
        </pc:cxnChg>
        <pc:cxnChg chg="mod topLvl">
          <ac:chgData name="Imazaki, Tomoya/今崎 智也" userId="848bb4c6-b74c-4953-bba0-f0430f4f9f49" providerId="ADAL" clId="{81B252DA-9B23-4C72-917F-0FE9AAF30911}" dt="2025-03-14T06:32:42.717" v="843" actId="14100"/>
          <ac:cxnSpMkLst>
            <pc:docMk/>
            <pc:sldMk cId="138076651" sldId="350"/>
            <ac:cxnSpMk id="39" creationId="{52ACA606-A464-EB5D-6913-9A519E43A7F5}"/>
          </ac:cxnSpMkLst>
        </pc:cxnChg>
        <pc:cxnChg chg="mod topLvl">
          <ac:chgData name="Imazaki, Tomoya/今崎 智也" userId="848bb4c6-b74c-4953-bba0-f0430f4f9f49" providerId="ADAL" clId="{81B252DA-9B23-4C72-917F-0FE9AAF30911}" dt="2025-03-14T06:27:14.258" v="677" actId="1036"/>
          <ac:cxnSpMkLst>
            <pc:docMk/>
            <pc:sldMk cId="138076651" sldId="350"/>
            <ac:cxnSpMk id="80" creationId="{BDC6A3CD-B830-27ED-9503-387B5F3AEF37}"/>
          </ac:cxnSpMkLst>
        </pc:cxnChg>
        <pc:cxnChg chg="mod topLvl">
          <ac:chgData name="Imazaki, Tomoya/今崎 智也" userId="848bb4c6-b74c-4953-bba0-f0430f4f9f49" providerId="ADAL" clId="{81B252DA-9B23-4C72-917F-0FE9AAF30911}" dt="2025-03-14T06:31:53.348" v="830" actId="1076"/>
          <ac:cxnSpMkLst>
            <pc:docMk/>
            <pc:sldMk cId="138076651" sldId="350"/>
            <ac:cxnSpMk id="102" creationId="{49932E58-6132-5BEE-9A3A-CD9947D292B7}"/>
          </ac:cxnSpMkLst>
        </pc:cxnChg>
        <pc:cxnChg chg="mod topLvl">
          <ac:chgData name="Imazaki, Tomoya/今崎 智也" userId="848bb4c6-b74c-4953-bba0-f0430f4f9f49" providerId="ADAL" clId="{81B252DA-9B23-4C72-917F-0FE9AAF30911}" dt="2025-03-14T06:27:14.258" v="677" actId="1036"/>
          <ac:cxnSpMkLst>
            <pc:docMk/>
            <pc:sldMk cId="138076651" sldId="350"/>
            <ac:cxnSpMk id="113" creationId="{ED9CB43E-9B19-2202-6FBE-B93A9A22FF22}"/>
          </ac:cxnSpMkLst>
        </pc:cxnChg>
        <pc:cxnChg chg="mod topLvl">
          <ac:chgData name="Imazaki, Tomoya/今崎 智也" userId="848bb4c6-b74c-4953-bba0-f0430f4f9f49" providerId="ADAL" clId="{81B252DA-9B23-4C72-917F-0FE9AAF30911}" dt="2025-03-14T06:39:26.332" v="1006" actId="14100"/>
          <ac:cxnSpMkLst>
            <pc:docMk/>
            <pc:sldMk cId="138076651" sldId="350"/>
            <ac:cxnSpMk id="115" creationId="{E2CBA4CF-B737-9BB7-8503-3DBD018CDC32}"/>
          </ac:cxnSpMkLst>
        </pc:cxnChg>
        <pc:cxnChg chg="mod topLvl">
          <ac:chgData name="Imazaki, Tomoya/今崎 智也" userId="848bb4c6-b74c-4953-bba0-f0430f4f9f49" providerId="ADAL" clId="{81B252DA-9B23-4C72-917F-0FE9AAF30911}" dt="2025-03-14T06:39:17.187" v="993" actId="1035"/>
          <ac:cxnSpMkLst>
            <pc:docMk/>
            <pc:sldMk cId="138076651" sldId="350"/>
            <ac:cxnSpMk id="116" creationId="{FFE5C79B-A934-F342-C8E6-77A6D0C62B1A}"/>
          </ac:cxnSpMkLst>
        </pc:cxnChg>
        <pc:cxnChg chg="mod topLvl">
          <ac:chgData name="Imazaki, Tomoya/今崎 智也" userId="848bb4c6-b74c-4953-bba0-f0430f4f9f49" providerId="ADAL" clId="{81B252DA-9B23-4C72-917F-0FE9AAF30911}" dt="2025-03-14T06:39:21.676" v="1005" actId="1035"/>
          <ac:cxnSpMkLst>
            <pc:docMk/>
            <pc:sldMk cId="138076651" sldId="350"/>
            <ac:cxnSpMk id="117" creationId="{981E2C86-FDC9-9FE2-19B6-ECE9D035DBA9}"/>
          </ac:cxnSpMkLst>
        </pc:cxnChg>
        <pc:cxnChg chg="mod">
          <ac:chgData name="Imazaki, Tomoya/今崎 智也" userId="848bb4c6-b74c-4953-bba0-f0430f4f9f49" providerId="ADAL" clId="{81B252DA-9B23-4C72-917F-0FE9AAF30911}" dt="2025-03-14T06:26:59.732" v="673" actId="165"/>
          <ac:cxnSpMkLst>
            <pc:docMk/>
            <pc:sldMk cId="138076651" sldId="350"/>
            <ac:cxnSpMk id="121" creationId="{3A64D8E3-1877-2F10-DD1F-AF116AE8476C}"/>
          </ac:cxnSpMkLst>
        </pc:cxnChg>
        <pc:cxnChg chg="mod">
          <ac:chgData name="Imazaki, Tomoya/今崎 智也" userId="848bb4c6-b74c-4953-bba0-f0430f4f9f49" providerId="ADAL" clId="{81B252DA-9B23-4C72-917F-0FE9AAF30911}" dt="2025-03-14T06:26:59.732" v="673" actId="165"/>
          <ac:cxnSpMkLst>
            <pc:docMk/>
            <pc:sldMk cId="138076651" sldId="350"/>
            <ac:cxnSpMk id="122" creationId="{1847B0DA-4A5D-3F3F-EED9-7246386F37ED}"/>
          </ac:cxnSpMkLst>
        </pc:cxnChg>
      </pc:sldChg>
      <pc:sldChg chg="addSp delSp modSp add mod">
        <pc:chgData name="Imazaki, Tomoya/今崎 智也" userId="848bb4c6-b74c-4953-bba0-f0430f4f9f49" providerId="ADAL" clId="{81B252DA-9B23-4C72-917F-0FE9AAF30911}" dt="2025-03-14T06:57:43.390" v="1436" actId="1076"/>
        <pc:sldMkLst>
          <pc:docMk/>
          <pc:sldMk cId="2278080276" sldId="351"/>
        </pc:sldMkLst>
        <pc:spChg chg="del mod topLvl">
          <ac:chgData name="Imazaki, Tomoya/今崎 智也" userId="848bb4c6-b74c-4953-bba0-f0430f4f9f49" providerId="ADAL" clId="{81B252DA-9B23-4C72-917F-0FE9AAF30911}" dt="2025-03-14T06:47:48.527" v="1039" actId="478"/>
          <ac:spMkLst>
            <pc:docMk/>
            <pc:sldMk cId="2278080276" sldId="351"/>
            <ac:spMk id="7" creationId="{3AC05C84-E930-1896-2597-9215F969CE6C}"/>
          </ac:spMkLst>
        </pc:spChg>
        <pc:spChg chg="del mod topLvl">
          <ac:chgData name="Imazaki, Tomoya/今崎 智也" userId="848bb4c6-b74c-4953-bba0-f0430f4f9f49" providerId="ADAL" clId="{81B252DA-9B23-4C72-917F-0FE9AAF30911}" dt="2025-03-14T06:47:48.527" v="1039" actId="478"/>
          <ac:spMkLst>
            <pc:docMk/>
            <pc:sldMk cId="2278080276" sldId="351"/>
            <ac:spMk id="14" creationId="{37B099B5-1167-1380-67AA-9CFC201F289B}"/>
          </ac:spMkLst>
        </pc:spChg>
        <pc:spChg chg="del mod topLvl">
          <ac:chgData name="Imazaki, Tomoya/今崎 智也" userId="848bb4c6-b74c-4953-bba0-f0430f4f9f49" providerId="ADAL" clId="{81B252DA-9B23-4C72-917F-0FE9AAF30911}" dt="2025-03-14T06:47:48.527" v="1039" actId="478"/>
          <ac:spMkLst>
            <pc:docMk/>
            <pc:sldMk cId="2278080276" sldId="351"/>
            <ac:spMk id="15" creationId="{26E8BB83-7FB4-BE25-C4B8-E9B4FAE0291A}"/>
          </ac:spMkLst>
        </pc:spChg>
        <pc:spChg chg="del mod topLvl">
          <ac:chgData name="Imazaki, Tomoya/今崎 智也" userId="848bb4c6-b74c-4953-bba0-f0430f4f9f49" providerId="ADAL" clId="{81B252DA-9B23-4C72-917F-0FE9AAF30911}" dt="2025-03-14T06:47:48.527" v="1039" actId="478"/>
          <ac:spMkLst>
            <pc:docMk/>
            <pc:sldMk cId="2278080276" sldId="351"/>
            <ac:spMk id="16" creationId="{4A4BE293-48CB-1603-9585-C3FCA64AEA2C}"/>
          </ac:spMkLst>
        </pc:spChg>
        <pc:spChg chg="del mod topLvl">
          <ac:chgData name="Imazaki, Tomoya/今崎 智也" userId="848bb4c6-b74c-4953-bba0-f0430f4f9f49" providerId="ADAL" clId="{81B252DA-9B23-4C72-917F-0FE9AAF30911}" dt="2025-03-14T06:47:48.527" v="1039" actId="478"/>
          <ac:spMkLst>
            <pc:docMk/>
            <pc:sldMk cId="2278080276" sldId="351"/>
            <ac:spMk id="17" creationId="{E7506A62-7F68-D9BF-5527-EADBBED703F3}"/>
          </ac:spMkLst>
        </pc:spChg>
        <pc:spChg chg="del mod topLvl">
          <ac:chgData name="Imazaki, Tomoya/今崎 智也" userId="848bb4c6-b74c-4953-bba0-f0430f4f9f49" providerId="ADAL" clId="{81B252DA-9B23-4C72-917F-0FE9AAF30911}" dt="2025-03-14T06:47:48.527" v="1039" actId="478"/>
          <ac:spMkLst>
            <pc:docMk/>
            <pc:sldMk cId="2278080276" sldId="351"/>
            <ac:spMk id="18" creationId="{64B53BA1-0DCC-3CB3-811A-DE3BCB1DDF8D}"/>
          </ac:spMkLst>
        </pc:spChg>
        <pc:spChg chg="del mod topLvl">
          <ac:chgData name="Imazaki, Tomoya/今崎 智也" userId="848bb4c6-b74c-4953-bba0-f0430f4f9f49" providerId="ADAL" clId="{81B252DA-9B23-4C72-917F-0FE9AAF30911}" dt="2025-03-14T06:47:48.527" v="1039" actId="478"/>
          <ac:spMkLst>
            <pc:docMk/>
            <pc:sldMk cId="2278080276" sldId="351"/>
            <ac:spMk id="19" creationId="{C041EABC-6840-C628-3ED7-D7CE35DBF4AC}"/>
          </ac:spMkLst>
        </pc:spChg>
        <pc:spChg chg="del mod topLvl">
          <ac:chgData name="Imazaki, Tomoya/今崎 智也" userId="848bb4c6-b74c-4953-bba0-f0430f4f9f49" providerId="ADAL" clId="{81B252DA-9B23-4C72-917F-0FE9AAF30911}" dt="2025-03-14T06:47:48.527" v="1039" actId="478"/>
          <ac:spMkLst>
            <pc:docMk/>
            <pc:sldMk cId="2278080276" sldId="351"/>
            <ac:spMk id="20" creationId="{B6E792E5-894D-2F56-0C1F-1B0A5CCC898A}"/>
          </ac:spMkLst>
        </pc:spChg>
        <pc:spChg chg="mod topLvl">
          <ac:chgData name="Imazaki, Tomoya/今崎 智也" userId="848bb4c6-b74c-4953-bba0-f0430f4f9f49" providerId="ADAL" clId="{81B252DA-9B23-4C72-917F-0FE9AAF30911}" dt="2025-03-14T06:47:56.706" v="1045" actId="6549"/>
          <ac:spMkLst>
            <pc:docMk/>
            <pc:sldMk cId="2278080276" sldId="351"/>
            <ac:spMk id="21" creationId="{32817EAA-4910-A04D-BA8F-A0A937A45F59}"/>
          </ac:spMkLst>
        </pc:spChg>
        <pc:spChg chg="del mod topLvl">
          <ac:chgData name="Imazaki, Tomoya/今崎 智也" userId="848bb4c6-b74c-4953-bba0-f0430f4f9f49" providerId="ADAL" clId="{81B252DA-9B23-4C72-917F-0FE9AAF30911}" dt="2025-03-14T06:47:48.527" v="1039" actId="478"/>
          <ac:spMkLst>
            <pc:docMk/>
            <pc:sldMk cId="2278080276" sldId="351"/>
            <ac:spMk id="22" creationId="{BBDD340A-5B71-08DA-EF32-156236969B38}"/>
          </ac:spMkLst>
        </pc:spChg>
        <pc:spChg chg="del mod topLvl">
          <ac:chgData name="Imazaki, Tomoya/今崎 智也" userId="848bb4c6-b74c-4953-bba0-f0430f4f9f49" providerId="ADAL" clId="{81B252DA-9B23-4C72-917F-0FE9AAF30911}" dt="2025-03-14T06:47:48.527" v="1039" actId="478"/>
          <ac:spMkLst>
            <pc:docMk/>
            <pc:sldMk cId="2278080276" sldId="351"/>
            <ac:spMk id="23" creationId="{9173BBF2-AD3B-AA2A-47E3-35F43F929712}"/>
          </ac:spMkLst>
        </pc:spChg>
        <pc:spChg chg="del mod topLvl">
          <ac:chgData name="Imazaki, Tomoya/今崎 智也" userId="848bb4c6-b74c-4953-bba0-f0430f4f9f49" providerId="ADAL" clId="{81B252DA-9B23-4C72-917F-0FE9AAF30911}" dt="2025-03-14T06:47:48.527" v="1039" actId="478"/>
          <ac:spMkLst>
            <pc:docMk/>
            <pc:sldMk cId="2278080276" sldId="351"/>
            <ac:spMk id="25" creationId="{2C39B812-F242-5D19-0286-0E3956470A6E}"/>
          </ac:spMkLst>
        </pc:spChg>
        <pc:spChg chg="del mod topLvl">
          <ac:chgData name="Imazaki, Tomoya/今崎 智也" userId="848bb4c6-b74c-4953-bba0-f0430f4f9f49" providerId="ADAL" clId="{81B252DA-9B23-4C72-917F-0FE9AAF30911}" dt="2025-03-14T06:47:48.527" v="1039" actId="478"/>
          <ac:spMkLst>
            <pc:docMk/>
            <pc:sldMk cId="2278080276" sldId="351"/>
            <ac:spMk id="26" creationId="{D643433F-C888-47AC-97A6-557ACDDA9653}"/>
          </ac:spMkLst>
        </pc:spChg>
        <pc:spChg chg="mod">
          <ac:chgData name="Imazaki, Tomoya/今崎 智也" userId="848bb4c6-b74c-4953-bba0-f0430f4f9f49" providerId="ADAL" clId="{81B252DA-9B23-4C72-917F-0FE9AAF30911}" dt="2025-03-14T06:42:42.141" v="1018" actId="165"/>
          <ac:spMkLst>
            <pc:docMk/>
            <pc:sldMk cId="2278080276" sldId="351"/>
            <ac:spMk id="28" creationId="{5DEB67EB-5B9C-CA14-1178-6A5B3A30CA57}"/>
          </ac:spMkLst>
        </pc:spChg>
        <pc:spChg chg="mod">
          <ac:chgData name="Imazaki, Tomoya/今崎 智也" userId="848bb4c6-b74c-4953-bba0-f0430f4f9f49" providerId="ADAL" clId="{81B252DA-9B23-4C72-917F-0FE9AAF30911}" dt="2025-03-14T06:42:42.141" v="1018" actId="165"/>
          <ac:spMkLst>
            <pc:docMk/>
            <pc:sldMk cId="2278080276" sldId="351"/>
            <ac:spMk id="29" creationId="{D43C19E0-82C9-2E03-2FDB-64D100D84C3F}"/>
          </ac:spMkLst>
        </pc:spChg>
        <pc:spChg chg="mod">
          <ac:chgData name="Imazaki, Tomoya/今崎 智也" userId="848bb4c6-b74c-4953-bba0-f0430f4f9f49" providerId="ADAL" clId="{81B252DA-9B23-4C72-917F-0FE9AAF30911}" dt="2025-03-14T06:42:42.141" v="1018" actId="165"/>
          <ac:spMkLst>
            <pc:docMk/>
            <pc:sldMk cId="2278080276" sldId="351"/>
            <ac:spMk id="30" creationId="{79FF2AC5-140D-2F11-0E43-784801961CD9}"/>
          </ac:spMkLst>
        </pc:spChg>
        <pc:spChg chg="mod">
          <ac:chgData name="Imazaki, Tomoya/今崎 智也" userId="848bb4c6-b74c-4953-bba0-f0430f4f9f49" providerId="ADAL" clId="{81B252DA-9B23-4C72-917F-0FE9AAF30911}" dt="2025-03-14T06:42:42.141" v="1018" actId="165"/>
          <ac:spMkLst>
            <pc:docMk/>
            <pc:sldMk cId="2278080276" sldId="351"/>
            <ac:spMk id="34" creationId="{1A52FF3D-D27F-753D-4105-E6829C942F8B}"/>
          </ac:spMkLst>
        </pc:spChg>
        <pc:spChg chg="mod">
          <ac:chgData name="Imazaki, Tomoya/今崎 智也" userId="848bb4c6-b74c-4953-bba0-f0430f4f9f49" providerId="ADAL" clId="{81B252DA-9B23-4C72-917F-0FE9AAF30911}" dt="2025-03-14T06:42:42.141" v="1018" actId="165"/>
          <ac:spMkLst>
            <pc:docMk/>
            <pc:sldMk cId="2278080276" sldId="351"/>
            <ac:spMk id="39" creationId="{E1C7C424-1B10-545A-7005-290D89A21382}"/>
          </ac:spMkLst>
        </pc:spChg>
        <pc:spChg chg="mod">
          <ac:chgData name="Imazaki, Tomoya/今崎 智也" userId="848bb4c6-b74c-4953-bba0-f0430f4f9f49" providerId="ADAL" clId="{81B252DA-9B23-4C72-917F-0FE9AAF30911}" dt="2025-03-14T06:42:42.141" v="1018" actId="165"/>
          <ac:spMkLst>
            <pc:docMk/>
            <pc:sldMk cId="2278080276" sldId="351"/>
            <ac:spMk id="41" creationId="{FE8F4F96-6807-2E07-96E0-6D52AACE4C7A}"/>
          </ac:spMkLst>
        </pc:spChg>
        <pc:spChg chg="mod">
          <ac:chgData name="Imazaki, Tomoya/今崎 智也" userId="848bb4c6-b74c-4953-bba0-f0430f4f9f49" providerId="ADAL" clId="{81B252DA-9B23-4C72-917F-0FE9AAF30911}" dt="2025-03-14T06:42:42.141" v="1018" actId="165"/>
          <ac:spMkLst>
            <pc:docMk/>
            <pc:sldMk cId="2278080276" sldId="351"/>
            <ac:spMk id="43" creationId="{EBCF4548-9482-67A0-3B82-5114AD912FC9}"/>
          </ac:spMkLst>
        </pc:spChg>
        <pc:spChg chg="mod">
          <ac:chgData name="Imazaki, Tomoya/今崎 智也" userId="848bb4c6-b74c-4953-bba0-f0430f4f9f49" providerId="ADAL" clId="{81B252DA-9B23-4C72-917F-0FE9AAF30911}" dt="2025-03-14T06:42:42.141" v="1018" actId="165"/>
          <ac:spMkLst>
            <pc:docMk/>
            <pc:sldMk cId="2278080276" sldId="351"/>
            <ac:spMk id="45" creationId="{9A17EBD3-56A9-773C-920F-BD5594384F50}"/>
          </ac:spMkLst>
        </pc:spChg>
        <pc:spChg chg="mod">
          <ac:chgData name="Imazaki, Tomoya/今崎 智也" userId="848bb4c6-b74c-4953-bba0-f0430f4f9f49" providerId="ADAL" clId="{81B252DA-9B23-4C72-917F-0FE9AAF30911}" dt="2025-03-14T06:42:42.141" v="1018" actId="165"/>
          <ac:spMkLst>
            <pc:docMk/>
            <pc:sldMk cId="2278080276" sldId="351"/>
            <ac:spMk id="72" creationId="{206FC6DC-096B-07A0-1731-B8B44B98A18D}"/>
          </ac:spMkLst>
        </pc:spChg>
        <pc:spChg chg="mod">
          <ac:chgData name="Imazaki, Tomoya/今崎 智也" userId="848bb4c6-b74c-4953-bba0-f0430f4f9f49" providerId="ADAL" clId="{81B252DA-9B23-4C72-917F-0FE9AAF30911}" dt="2025-03-14T06:42:42.141" v="1018" actId="165"/>
          <ac:spMkLst>
            <pc:docMk/>
            <pc:sldMk cId="2278080276" sldId="351"/>
            <ac:spMk id="73" creationId="{2AD48F8C-BA4A-9778-AC7E-52B4EC306734}"/>
          </ac:spMkLst>
        </pc:spChg>
        <pc:spChg chg="add del mod topLvl">
          <ac:chgData name="Imazaki, Tomoya/今崎 智也" userId="848bb4c6-b74c-4953-bba0-f0430f4f9f49" providerId="ADAL" clId="{81B252DA-9B23-4C72-917F-0FE9AAF30911}" dt="2025-03-14T06:48:49.715" v="1074" actId="478"/>
          <ac:spMkLst>
            <pc:docMk/>
            <pc:sldMk cId="2278080276" sldId="351"/>
            <ac:spMk id="76" creationId="{00000000-0008-0000-0500-00003E000000}"/>
          </ac:spMkLst>
        </pc:spChg>
        <pc:spChg chg="add del mod topLvl">
          <ac:chgData name="Imazaki, Tomoya/今崎 智也" userId="848bb4c6-b74c-4953-bba0-f0430f4f9f49" providerId="ADAL" clId="{81B252DA-9B23-4C72-917F-0FE9AAF30911}" dt="2025-03-14T06:48:49.715" v="1074" actId="478"/>
          <ac:spMkLst>
            <pc:docMk/>
            <pc:sldMk cId="2278080276" sldId="351"/>
            <ac:spMk id="77" creationId="{00000000-0008-0000-0500-00003F000000}"/>
          </ac:spMkLst>
        </pc:spChg>
        <pc:spChg chg="add del mod topLvl">
          <ac:chgData name="Imazaki, Tomoya/今崎 智也" userId="848bb4c6-b74c-4953-bba0-f0430f4f9f49" providerId="ADAL" clId="{81B252DA-9B23-4C72-917F-0FE9AAF30911}" dt="2025-03-14T06:48:49.715" v="1074" actId="478"/>
          <ac:spMkLst>
            <pc:docMk/>
            <pc:sldMk cId="2278080276" sldId="351"/>
            <ac:spMk id="78" creationId="{00000000-0008-0000-0500-000040000000}"/>
          </ac:spMkLst>
        </pc:spChg>
        <pc:spChg chg="add del mod topLvl">
          <ac:chgData name="Imazaki, Tomoya/今崎 智也" userId="848bb4c6-b74c-4953-bba0-f0430f4f9f49" providerId="ADAL" clId="{81B252DA-9B23-4C72-917F-0FE9AAF30911}" dt="2025-03-14T06:48:49.715" v="1074" actId="478"/>
          <ac:spMkLst>
            <pc:docMk/>
            <pc:sldMk cId="2278080276" sldId="351"/>
            <ac:spMk id="79" creationId="{00000000-0008-0000-0500-000041000000}"/>
          </ac:spMkLst>
        </pc:spChg>
        <pc:spChg chg="add del mod topLvl">
          <ac:chgData name="Imazaki, Tomoya/今崎 智也" userId="848bb4c6-b74c-4953-bba0-f0430f4f9f49" providerId="ADAL" clId="{81B252DA-9B23-4C72-917F-0FE9AAF30911}" dt="2025-03-14T06:48:49.715" v="1074" actId="478"/>
          <ac:spMkLst>
            <pc:docMk/>
            <pc:sldMk cId="2278080276" sldId="351"/>
            <ac:spMk id="80" creationId="{00000000-0008-0000-0500-000042000000}"/>
          </ac:spMkLst>
        </pc:spChg>
        <pc:spChg chg="add del mod topLvl">
          <ac:chgData name="Imazaki, Tomoya/今崎 智也" userId="848bb4c6-b74c-4953-bba0-f0430f4f9f49" providerId="ADAL" clId="{81B252DA-9B23-4C72-917F-0FE9AAF30911}" dt="2025-03-14T06:48:49.715" v="1074" actId="478"/>
          <ac:spMkLst>
            <pc:docMk/>
            <pc:sldMk cId="2278080276" sldId="351"/>
            <ac:spMk id="81" creationId="{00000000-0008-0000-0500-000043000000}"/>
          </ac:spMkLst>
        </pc:spChg>
        <pc:spChg chg="add del mod topLvl">
          <ac:chgData name="Imazaki, Tomoya/今崎 智也" userId="848bb4c6-b74c-4953-bba0-f0430f4f9f49" providerId="ADAL" clId="{81B252DA-9B23-4C72-917F-0FE9AAF30911}" dt="2025-03-14T06:48:49.715" v="1074" actId="478"/>
          <ac:spMkLst>
            <pc:docMk/>
            <pc:sldMk cId="2278080276" sldId="351"/>
            <ac:spMk id="82" creationId="{00000000-0008-0000-0500-000044000000}"/>
          </ac:spMkLst>
        </pc:spChg>
        <pc:spChg chg="add del mod topLvl">
          <ac:chgData name="Imazaki, Tomoya/今崎 智也" userId="848bb4c6-b74c-4953-bba0-f0430f4f9f49" providerId="ADAL" clId="{81B252DA-9B23-4C72-917F-0FE9AAF30911}" dt="2025-03-14T06:48:49.715" v="1074" actId="478"/>
          <ac:spMkLst>
            <pc:docMk/>
            <pc:sldMk cId="2278080276" sldId="351"/>
            <ac:spMk id="83" creationId="{00000000-0008-0000-0500-000045000000}"/>
          </ac:spMkLst>
        </pc:spChg>
        <pc:spChg chg="add del mod topLvl">
          <ac:chgData name="Imazaki, Tomoya/今崎 智也" userId="848bb4c6-b74c-4953-bba0-f0430f4f9f49" providerId="ADAL" clId="{81B252DA-9B23-4C72-917F-0FE9AAF30911}" dt="2025-03-14T06:48:49.715" v="1074" actId="478"/>
          <ac:spMkLst>
            <pc:docMk/>
            <pc:sldMk cId="2278080276" sldId="351"/>
            <ac:spMk id="84" creationId="{00000000-0008-0000-0500-000046000000}"/>
          </ac:spMkLst>
        </pc:spChg>
        <pc:spChg chg="add del mod topLvl">
          <ac:chgData name="Imazaki, Tomoya/今崎 智也" userId="848bb4c6-b74c-4953-bba0-f0430f4f9f49" providerId="ADAL" clId="{81B252DA-9B23-4C72-917F-0FE9AAF30911}" dt="2025-03-14T06:48:49.715" v="1074" actId="478"/>
          <ac:spMkLst>
            <pc:docMk/>
            <pc:sldMk cId="2278080276" sldId="351"/>
            <ac:spMk id="85" creationId="{00000000-0008-0000-0500-000047000000}"/>
          </ac:spMkLst>
        </pc:spChg>
        <pc:spChg chg="add del mod topLvl">
          <ac:chgData name="Imazaki, Tomoya/今崎 智也" userId="848bb4c6-b74c-4953-bba0-f0430f4f9f49" providerId="ADAL" clId="{81B252DA-9B23-4C72-917F-0FE9AAF30911}" dt="2025-03-14T06:48:49.715" v="1074" actId="478"/>
          <ac:spMkLst>
            <pc:docMk/>
            <pc:sldMk cId="2278080276" sldId="351"/>
            <ac:spMk id="86" creationId="{00000000-0008-0000-0500-000048000000}"/>
          </ac:spMkLst>
        </pc:spChg>
        <pc:spChg chg="add del mod topLvl">
          <ac:chgData name="Imazaki, Tomoya/今崎 智也" userId="848bb4c6-b74c-4953-bba0-f0430f4f9f49" providerId="ADAL" clId="{81B252DA-9B23-4C72-917F-0FE9AAF30911}" dt="2025-03-14T06:48:49.715" v="1074" actId="478"/>
          <ac:spMkLst>
            <pc:docMk/>
            <pc:sldMk cId="2278080276" sldId="351"/>
            <ac:spMk id="87" creationId="{00000000-0008-0000-0500-000049000000}"/>
          </ac:spMkLst>
        </pc:spChg>
        <pc:spChg chg="add del mod topLvl">
          <ac:chgData name="Imazaki, Tomoya/今崎 智也" userId="848bb4c6-b74c-4953-bba0-f0430f4f9f49" providerId="ADAL" clId="{81B252DA-9B23-4C72-917F-0FE9AAF30911}" dt="2025-03-14T06:48:49.715" v="1074" actId="478"/>
          <ac:spMkLst>
            <pc:docMk/>
            <pc:sldMk cId="2278080276" sldId="351"/>
            <ac:spMk id="88" creationId="{00000000-0008-0000-0500-00004A000000}"/>
          </ac:spMkLst>
        </pc:spChg>
        <pc:spChg chg="add del mod topLvl">
          <ac:chgData name="Imazaki, Tomoya/今崎 智也" userId="848bb4c6-b74c-4953-bba0-f0430f4f9f49" providerId="ADAL" clId="{81B252DA-9B23-4C72-917F-0FE9AAF30911}" dt="2025-03-14T06:48:49.715" v="1074" actId="478"/>
          <ac:spMkLst>
            <pc:docMk/>
            <pc:sldMk cId="2278080276" sldId="351"/>
            <ac:spMk id="89" creationId="{00000000-0008-0000-0500-00004B000000}"/>
          </ac:spMkLst>
        </pc:spChg>
        <pc:spChg chg="add del mod topLvl">
          <ac:chgData name="Imazaki, Tomoya/今崎 智也" userId="848bb4c6-b74c-4953-bba0-f0430f4f9f49" providerId="ADAL" clId="{81B252DA-9B23-4C72-917F-0FE9AAF30911}" dt="2025-03-14T06:48:49.715" v="1074" actId="478"/>
          <ac:spMkLst>
            <pc:docMk/>
            <pc:sldMk cId="2278080276" sldId="351"/>
            <ac:spMk id="90" creationId="{00000000-0008-0000-0500-00004C000000}"/>
          </ac:spMkLst>
        </pc:spChg>
        <pc:spChg chg="add del mod topLvl">
          <ac:chgData name="Imazaki, Tomoya/今崎 智也" userId="848bb4c6-b74c-4953-bba0-f0430f4f9f49" providerId="ADAL" clId="{81B252DA-9B23-4C72-917F-0FE9AAF30911}" dt="2025-03-14T06:48:49.715" v="1074" actId="478"/>
          <ac:spMkLst>
            <pc:docMk/>
            <pc:sldMk cId="2278080276" sldId="351"/>
            <ac:spMk id="91" creationId="{00000000-0008-0000-0500-00004D000000}"/>
          </ac:spMkLst>
        </pc:spChg>
        <pc:spChg chg="add del mod topLvl">
          <ac:chgData name="Imazaki, Tomoya/今崎 智也" userId="848bb4c6-b74c-4953-bba0-f0430f4f9f49" providerId="ADAL" clId="{81B252DA-9B23-4C72-917F-0FE9AAF30911}" dt="2025-03-14T06:48:49.715" v="1074" actId="478"/>
          <ac:spMkLst>
            <pc:docMk/>
            <pc:sldMk cId="2278080276" sldId="351"/>
            <ac:spMk id="92" creationId="{00000000-0008-0000-0500-00004E000000}"/>
          </ac:spMkLst>
        </pc:spChg>
        <pc:spChg chg="add del mod topLvl">
          <ac:chgData name="Imazaki, Tomoya/今崎 智也" userId="848bb4c6-b74c-4953-bba0-f0430f4f9f49" providerId="ADAL" clId="{81B252DA-9B23-4C72-917F-0FE9AAF30911}" dt="2025-03-14T06:48:49.715" v="1074" actId="478"/>
          <ac:spMkLst>
            <pc:docMk/>
            <pc:sldMk cId="2278080276" sldId="351"/>
            <ac:spMk id="93" creationId="{00000000-0008-0000-0500-00004F000000}"/>
          </ac:spMkLst>
        </pc:spChg>
        <pc:spChg chg="add del mod topLvl">
          <ac:chgData name="Imazaki, Tomoya/今崎 智也" userId="848bb4c6-b74c-4953-bba0-f0430f4f9f49" providerId="ADAL" clId="{81B252DA-9B23-4C72-917F-0FE9AAF30911}" dt="2025-03-14T06:48:49.715" v="1074" actId="478"/>
          <ac:spMkLst>
            <pc:docMk/>
            <pc:sldMk cId="2278080276" sldId="351"/>
            <ac:spMk id="94" creationId="{00000000-0008-0000-0500-000050000000}"/>
          </ac:spMkLst>
        </pc:spChg>
        <pc:spChg chg="add del mod topLvl">
          <ac:chgData name="Imazaki, Tomoya/今崎 智也" userId="848bb4c6-b74c-4953-bba0-f0430f4f9f49" providerId="ADAL" clId="{81B252DA-9B23-4C72-917F-0FE9AAF30911}" dt="2025-03-14T06:48:49.715" v="1074" actId="478"/>
          <ac:spMkLst>
            <pc:docMk/>
            <pc:sldMk cId="2278080276" sldId="351"/>
            <ac:spMk id="95" creationId="{00000000-0008-0000-0500-000051000000}"/>
          </ac:spMkLst>
        </pc:spChg>
        <pc:spChg chg="add del mod topLvl">
          <ac:chgData name="Imazaki, Tomoya/今崎 智也" userId="848bb4c6-b74c-4953-bba0-f0430f4f9f49" providerId="ADAL" clId="{81B252DA-9B23-4C72-917F-0FE9AAF30911}" dt="2025-03-14T06:48:49.715" v="1074" actId="478"/>
          <ac:spMkLst>
            <pc:docMk/>
            <pc:sldMk cId="2278080276" sldId="351"/>
            <ac:spMk id="96" creationId="{00000000-0008-0000-0500-000052000000}"/>
          </ac:spMkLst>
        </pc:spChg>
        <pc:spChg chg="add del mod topLvl">
          <ac:chgData name="Imazaki, Tomoya/今崎 智也" userId="848bb4c6-b74c-4953-bba0-f0430f4f9f49" providerId="ADAL" clId="{81B252DA-9B23-4C72-917F-0FE9AAF30911}" dt="2025-03-14T06:48:49.715" v="1074" actId="478"/>
          <ac:spMkLst>
            <pc:docMk/>
            <pc:sldMk cId="2278080276" sldId="351"/>
            <ac:spMk id="97" creationId="{00000000-0008-0000-0500-000053000000}"/>
          </ac:spMkLst>
        </pc:spChg>
        <pc:spChg chg="add del mod topLvl">
          <ac:chgData name="Imazaki, Tomoya/今崎 智也" userId="848bb4c6-b74c-4953-bba0-f0430f4f9f49" providerId="ADAL" clId="{81B252DA-9B23-4C72-917F-0FE9AAF30911}" dt="2025-03-14T06:48:49.715" v="1074" actId="478"/>
          <ac:spMkLst>
            <pc:docMk/>
            <pc:sldMk cId="2278080276" sldId="351"/>
            <ac:spMk id="98" creationId="{00000000-0008-0000-0500-000054000000}"/>
          </ac:spMkLst>
        </pc:spChg>
        <pc:spChg chg="add del mod topLvl">
          <ac:chgData name="Imazaki, Tomoya/今崎 智也" userId="848bb4c6-b74c-4953-bba0-f0430f4f9f49" providerId="ADAL" clId="{81B252DA-9B23-4C72-917F-0FE9AAF30911}" dt="2025-03-14T06:48:49.715" v="1074" actId="478"/>
          <ac:spMkLst>
            <pc:docMk/>
            <pc:sldMk cId="2278080276" sldId="351"/>
            <ac:spMk id="99" creationId="{00000000-0008-0000-0500-000055000000}"/>
          </ac:spMkLst>
        </pc:spChg>
        <pc:spChg chg="add del mod topLvl">
          <ac:chgData name="Imazaki, Tomoya/今崎 智也" userId="848bb4c6-b74c-4953-bba0-f0430f4f9f49" providerId="ADAL" clId="{81B252DA-9B23-4C72-917F-0FE9AAF30911}" dt="2025-03-14T06:48:49.715" v="1074" actId="478"/>
          <ac:spMkLst>
            <pc:docMk/>
            <pc:sldMk cId="2278080276" sldId="351"/>
            <ac:spMk id="100" creationId="{00000000-0008-0000-0500-000056000000}"/>
          </ac:spMkLst>
        </pc:spChg>
        <pc:spChg chg="add del mod topLvl">
          <ac:chgData name="Imazaki, Tomoya/今崎 智也" userId="848bb4c6-b74c-4953-bba0-f0430f4f9f49" providerId="ADAL" clId="{81B252DA-9B23-4C72-917F-0FE9AAF30911}" dt="2025-03-14T06:48:49.715" v="1074" actId="478"/>
          <ac:spMkLst>
            <pc:docMk/>
            <pc:sldMk cId="2278080276" sldId="351"/>
            <ac:spMk id="101" creationId="{00000000-0008-0000-0500-000057000000}"/>
          </ac:spMkLst>
        </pc:spChg>
        <pc:spChg chg="add del mod topLvl">
          <ac:chgData name="Imazaki, Tomoya/今崎 智也" userId="848bb4c6-b74c-4953-bba0-f0430f4f9f49" providerId="ADAL" clId="{81B252DA-9B23-4C72-917F-0FE9AAF30911}" dt="2025-03-14T06:48:49.715" v="1074" actId="478"/>
          <ac:spMkLst>
            <pc:docMk/>
            <pc:sldMk cId="2278080276" sldId="351"/>
            <ac:spMk id="102" creationId="{00000000-0008-0000-0500-000058000000}"/>
          </ac:spMkLst>
        </pc:spChg>
        <pc:spChg chg="add del mod topLvl">
          <ac:chgData name="Imazaki, Tomoya/今崎 智也" userId="848bb4c6-b74c-4953-bba0-f0430f4f9f49" providerId="ADAL" clId="{81B252DA-9B23-4C72-917F-0FE9AAF30911}" dt="2025-03-14T06:48:49.715" v="1074" actId="478"/>
          <ac:spMkLst>
            <pc:docMk/>
            <pc:sldMk cId="2278080276" sldId="351"/>
            <ac:spMk id="103" creationId="{00000000-0008-0000-0500-000059000000}"/>
          </ac:spMkLst>
        </pc:spChg>
        <pc:spChg chg="add del mod topLvl">
          <ac:chgData name="Imazaki, Tomoya/今崎 智也" userId="848bb4c6-b74c-4953-bba0-f0430f4f9f49" providerId="ADAL" clId="{81B252DA-9B23-4C72-917F-0FE9AAF30911}" dt="2025-03-14T06:48:49.715" v="1074" actId="478"/>
          <ac:spMkLst>
            <pc:docMk/>
            <pc:sldMk cId="2278080276" sldId="351"/>
            <ac:spMk id="104" creationId="{00000000-0008-0000-0500-00005A000000}"/>
          </ac:spMkLst>
        </pc:spChg>
        <pc:spChg chg="add del mod topLvl">
          <ac:chgData name="Imazaki, Tomoya/今崎 智也" userId="848bb4c6-b74c-4953-bba0-f0430f4f9f49" providerId="ADAL" clId="{81B252DA-9B23-4C72-917F-0FE9AAF30911}" dt="2025-03-14T06:48:50.888" v="1075" actId="478"/>
          <ac:spMkLst>
            <pc:docMk/>
            <pc:sldMk cId="2278080276" sldId="351"/>
            <ac:spMk id="105" creationId="{00000000-0008-0000-0500-00005B000000}"/>
          </ac:spMkLst>
        </pc:spChg>
        <pc:spChg chg="add del mod topLvl">
          <ac:chgData name="Imazaki, Tomoya/今崎 智也" userId="848bb4c6-b74c-4953-bba0-f0430f4f9f49" providerId="ADAL" clId="{81B252DA-9B23-4C72-917F-0FE9AAF30911}" dt="2025-03-14T06:48:49.715" v="1074" actId="478"/>
          <ac:spMkLst>
            <pc:docMk/>
            <pc:sldMk cId="2278080276" sldId="351"/>
            <ac:spMk id="106" creationId="{00000000-0008-0000-0500-00005C000000}"/>
          </ac:spMkLst>
        </pc:spChg>
        <pc:spChg chg="add del mod topLvl">
          <ac:chgData name="Imazaki, Tomoya/今崎 智也" userId="848bb4c6-b74c-4953-bba0-f0430f4f9f49" providerId="ADAL" clId="{81B252DA-9B23-4C72-917F-0FE9AAF30911}" dt="2025-03-14T06:48:49.715" v="1074" actId="478"/>
          <ac:spMkLst>
            <pc:docMk/>
            <pc:sldMk cId="2278080276" sldId="351"/>
            <ac:spMk id="107" creationId="{00000000-0008-0000-0500-00005D000000}"/>
          </ac:spMkLst>
        </pc:spChg>
        <pc:spChg chg="add del mod topLvl">
          <ac:chgData name="Imazaki, Tomoya/今崎 智也" userId="848bb4c6-b74c-4953-bba0-f0430f4f9f49" providerId="ADAL" clId="{81B252DA-9B23-4C72-917F-0FE9AAF30911}" dt="2025-03-14T06:48:49.715" v="1074" actId="478"/>
          <ac:spMkLst>
            <pc:docMk/>
            <pc:sldMk cId="2278080276" sldId="351"/>
            <ac:spMk id="108" creationId="{00000000-0008-0000-0500-00005E000000}"/>
          </ac:spMkLst>
        </pc:spChg>
        <pc:spChg chg="add del mod topLvl">
          <ac:chgData name="Imazaki, Tomoya/今崎 智也" userId="848bb4c6-b74c-4953-bba0-f0430f4f9f49" providerId="ADAL" clId="{81B252DA-9B23-4C72-917F-0FE9AAF30911}" dt="2025-03-14T06:48:49.715" v="1074" actId="478"/>
          <ac:spMkLst>
            <pc:docMk/>
            <pc:sldMk cId="2278080276" sldId="351"/>
            <ac:spMk id="109" creationId="{00000000-0008-0000-0500-00005F000000}"/>
          </ac:spMkLst>
        </pc:spChg>
        <pc:spChg chg="add del mod topLvl">
          <ac:chgData name="Imazaki, Tomoya/今崎 智也" userId="848bb4c6-b74c-4953-bba0-f0430f4f9f49" providerId="ADAL" clId="{81B252DA-9B23-4C72-917F-0FE9AAF30911}" dt="2025-03-14T06:48:49.715" v="1074" actId="478"/>
          <ac:spMkLst>
            <pc:docMk/>
            <pc:sldMk cId="2278080276" sldId="351"/>
            <ac:spMk id="110" creationId="{00000000-0008-0000-0500-000060000000}"/>
          </ac:spMkLst>
        </pc:spChg>
        <pc:spChg chg="add del mod topLvl">
          <ac:chgData name="Imazaki, Tomoya/今崎 智也" userId="848bb4c6-b74c-4953-bba0-f0430f4f9f49" providerId="ADAL" clId="{81B252DA-9B23-4C72-917F-0FE9AAF30911}" dt="2025-03-14T06:48:49.715" v="1074" actId="478"/>
          <ac:spMkLst>
            <pc:docMk/>
            <pc:sldMk cId="2278080276" sldId="351"/>
            <ac:spMk id="111" creationId="{00000000-0008-0000-0500-000061000000}"/>
          </ac:spMkLst>
        </pc:spChg>
        <pc:spChg chg="add del mod topLvl">
          <ac:chgData name="Imazaki, Tomoya/今崎 智也" userId="848bb4c6-b74c-4953-bba0-f0430f4f9f49" providerId="ADAL" clId="{81B252DA-9B23-4C72-917F-0FE9AAF30911}" dt="2025-03-14T06:48:49.715" v="1074" actId="478"/>
          <ac:spMkLst>
            <pc:docMk/>
            <pc:sldMk cId="2278080276" sldId="351"/>
            <ac:spMk id="112" creationId="{00000000-0008-0000-0500-000062000000}"/>
          </ac:spMkLst>
        </pc:spChg>
        <pc:spChg chg="add del mod topLvl">
          <ac:chgData name="Imazaki, Tomoya/今崎 智也" userId="848bb4c6-b74c-4953-bba0-f0430f4f9f49" providerId="ADAL" clId="{81B252DA-9B23-4C72-917F-0FE9AAF30911}" dt="2025-03-14T06:48:49.715" v="1074" actId="478"/>
          <ac:spMkLst>
            <pc:docMk/>
            <pc:sldMk cId="2278080276" sldId="351"/>
            <ac:spMk id="113" creationId="{00000000-0008-0000-0500-000063000000}"/>
          </ac:spMkLst>
        </pc:spChg>
        <pc:spChg chg="add del mod topLvl">
          <ac:chgData name="Imazaki, Tomoya/今崎 智也" userId="848bb4c6-b74c-4953-bba0-f0430f4f9f49" providerId="ADAL" clId="{81B252DA-9B23-4C72-917F-0FE9AAF30911}" dt="2025-03-14T06:48:49.715" v="1074" actId="478"/>
          <ac:spMkLst>
            <pc:docMk/>
            <pc:sldMk cId="2278080276" sldId="351"/>
            <ac:spMk id="114" creationId="{00000000-0008-0000-0500-000064000000}"/>
          </ac:spMkLst>
        </pc:spChg>
        <pc:spChg chg="add del mod topLvl">
          <ac:chgData name="Imazaki, Tomoya/今崎 智也" userId="848bb4c6-b74c-4953-bba0-f0430f4f9f49" providerId="ADAL" clId="{81B252DA-9B23-4C72-917F-0FE9AAF30911}" dt="2025-03-14T06:48:49.715" v="1074" actId="478"/>
          <ac:spMkLst>
            <pc:docMk/>
            <pc:sldMk cId="2278080276" sldId="351"/>
            <ac:spMk id="115" creationId="{00000000-0008-0000-0500-000065000000}"/>
          </ac:spMkLst>
        </pc:spChg>
        <pc:spChg chg="add del mod topLvl">
          <ac:chgData name="Imazaki, Tomoya/今崎 智也" userId="848bb4c6-b74c-4953-bba0-f0430f4f9f49" providerId="ADAL" clId="{81B252DA-9B23-4C72-917F-0FE9AAF30911}" dt="2025-03-14T06:48:49.715" v="1074" actId="478"/>
          <ac:spMkLst>
            <pc:docMk/>
            <pc:sldMk cId="2278080276" sldId="351"/>
            <ac:spMk id="116" creationId="{00000000-0008-0000-0500-000066000000}"/>
          </ac:spMkLst>
        </pc:spChg>
        <pc:spChg chg="add del mod topLvl">
          <ac:chgData name="Imazaki, Tomoya/今崎 智也" userId="848bb4c6-b74c-4953-bba0-f0430f4f9f49" providerId="ADAL" clId="{81B252DA-9B23-4C72-917F-0FE9AAF30911}" dt="2025-03-14T06:48:57.083" v="1077" actId="478"/>
          <ac:spMkLst>
            <pc:docMk/>
            <pc:sldMk cId="2278080276" sldId="351"/>
            <ac:spMk id="117" creationId="{00000000-0008-0000-0500-000067000000}"/>
          </ac:spMkLst>
        </pc:spChg>
        <pc:spChg chg="add del mod topLvl">
          <ac:chgData name="Imazaki, Tomoya/今崎 智也" userId="848bb4c6-b74c-4953-bba0-f0430f4f9f49" providerId="ADAL" clId="{81B252DA-9B23-4C72-917F-0FE9AAF30911}" dt="2025-03-14T06:48:49.715" v="1074" actId="478"/>
          <ac:spMkLst>
            <pc:docMk/>
            <pc:sldMk cId="2278080276" sldId="351"/>
            <ac:spMk id="118" creationId="{00000000-0008-0000-0500-000068000000}"/>
          </ac:spMkLst>
        </pc:spChg>
        <pc:spChg chg="add del mod topLvl">
          <ac:chgData name="Imazaki, Tomoya/今崎 智也" userId="848bb4c6-b74c-4953-bba0-f0430f4f9f49" providerId="ADAL" clId="{81B252DA-9B23-4C72-917F-0FE9AAF30911}" dt="2025-03-14T06:48:49.715" v="1074" actId="478"/>
          <ac:spMkLst>
            <pc:docMk/>
            <pc:sldMk cId="2278080276" sldId="351"/>
            <ac:spMk id="119" creationId="{00000000-0008-0000-0500-000069000000}"/>
          </ac:spMkLst>
        </pc:spChg>
        <pc:spChg chg="add del mod topLvl">
          <ac:chgData name="Imazaki, Tomoya/今崎 智也" userId="848bb4c6-b74c-4953-bba0-f0430f4f9f49" providerId="ADAL" clId="{81B252DA-9B23-4C72-917F-0FE9AAF30911}" dt="2025-03-14T06:48:49.715" v="1074" actId="478"/>
          <ac:spMkLst>
            <pc:docMk/>
            <pc:sldMk cId="2278080276" sldId="351"/>
            <ac:spMk id="120" creationId="{00000000-0008-0000-0500-00006A000000}"/>
          </ac:spMkLst>
        </pc:spChg>
        <pc:spChg chg="add del mod topLvl">
          <ac:chgData name="Imazaki, Tomoya/今崎 智也" userId="848bb4c6-b74c-4953-bba0-f0430f4f9f49" providerId="ADAL" clId="{81B252DA-9B23-4C72-917F-0FE9AAF30911}" dt="2025-03-14T06:48:49.715" v="1074" actId="478"/>
          <ac:spMkLst>
            <pc:docMk/>
            <pc:sldMk cId="2278080276" sldId="351"/>
            <ac:spMk id="121" creationId="{00000000-0008-0000-0500-00006B000000}"/>
          </ac:spMkLst>
        </pc:spChg>
        <pc:spChg chg="add del mod topLvl">
          <ac:chgData name="Imazaki, Tomoya/今崎 智也" userId="848bb4c6-b74c-4953-bba0-f0430f4f9f49" providerId="ADAL" clId="{81B252DA-9B23-4C72-917F-0FE9AAF30911}" dt="2025-03-14T06:48:49.715" v="1074" actId="478"/>
          <ac:spMkLst>
            <pc:docMk/>
            <pc:sldMk cId="2278080276" sldId="351"/>
            <ac:spMk id="122" creationId="{00000000-0008-0000-0500-00006C000000}"/>
          </ac:spMkLst>
        </pc:spChg>
        <pc:spChg chg="add del mod topLvl">
          <ac:chgData name="Imazaki, Tomoya/今崎 智也" userId="848bb4c6-b74c-4953-bba0-f0430f4f9f49" providerId="ADAL" clId="{81B252DA-9B23-4C72-917F-0FE9AAF30911}" dt="2025-03-14T06:48:49.715" v="1074" actId="478"/>
          <ac:spMkLst>
            <pc:docMk/>
            <pc:sldMk cId="2278080276" sldId="351"/>
            <ac:spMk id="123" creationId="{00000000-0008-0000-0500-00006D000000}"/>
          </ac:spMkLst>
        </pc:spChg>
        <pc:spChg chg="add del mod topLvl">
          <ac:chgData name="Imazaki, Tomoya/今崎 智也" userId="848bb4c6-b74c-4953-bba0-f0430f4f9f49" providerId="ADAL" clId="{81B252DA-9B23-4C72-917F-0FE9AAF30911}" dt="2025-03-14T06:48:57.083" v="1077" actId="478"/>
          <ac:spMkLst>
            <pc:docMk/>
            <pc:sldMk cId="2278080276" sldId="351"/>
            <ac:spMk id="124" creationId="{00000000-0008-0000-0500-00006E000000}"/>
          </ac:spMkLst>
        </pc:spChg>
        <pc:spChg chg="add del mod topLvl">
          <ac:chgData name="Imazaki, Tomoya/今崎 智也" userId="848bb4c6-b74c-4953-bba0-f0430f4f9f49" providerId="ADAL" clId="{81B252DA-9B23-4C72-917F-0FE9AAF30911}" dt="2025-03-14T06:48:49.715" v="1074" actId="478"/>
          <ac:spMkLst>
            <pc:docMk/>
            <pc:sldMk cId="2278080276" sldId="351"/>
            <ac:spMk id="125" creationId="{00000000-0008-0000-0500-00006F000000}"/>
          </ac:spMkLst>
        </pc:spChg>
        <pc:spChg chg="add del mod topLvl">
          <ac:chgData name="Imazaki, Tomoya/今崎 智也" userId="848bb4c6-b74c-4953-bba0-f0430f4f9f49" providerId="ADAL" clId="{81B252DA-9B23-4C72-917F-0FE9AAF30911}" dt="2025-03-14T06:48:49.715" v="1074" actId="478"/>
          <ac:spMkLst>
            <pc:docMk/>
            <pc:sldMk cId="2278080276" sldId="351"/>
            <ac:spMk id="126" creationId="{00000000-0008-0000-0500-000070000000}"/>
          </ac:spMkLst>
        </pc:spChg>
        <pc:spChg chg="add del mod topLvl">
          <ac:chgData name="Imazaki, Tomoya/今崎 智也" userId="848bb4c6-b74c-4953-bba0-f0430f4f9f49" providerId="ADAL" clId="{81B252DA-9B23-4C72-917F-0FE9AAF30911}" dt="2025-03-14T06:48:49.715" v="1074" actId="478"/>
          <ac:spMkLst>
            <pc:docMk/>
            <pc:sldMk cId="2278080276" sldId="351"/>
            <ac:spMk id="127" creationId="{00000000-0008-0000-0500-000071000000}"/>
          </ac:spMkLst>
        </pc:spChg>
        <pc:spChg chg="add mod">
          <ac:chgData name="Imazaki, Tomoya/今崎 智也" userId="848bb4c6-b74c-4953-bba0-f0430f4f9f49" providerId="ADAL" clId="{81B252DA-9B23-4C72-917F-0FE9AAF30911}" dt="2025-03-14T06:49:03.618" v="1082" actId="1035"/>
          <ac:spMkLst>
            <pc:docMk/>
            <pc:sldMk cId="2278080276" sldId="351"/>
            <ac:spMk id="130" creationId="{47F81286-CB7E-216F-237C-C05B5FF03A25}"/>
          </ac:spMkLst>
        </pc:spChg>
        <pc:spChg chg="add mod">
          <ac:chgData name="Imazaki, Tomoya/今崎 智也" userId="848bb4c6-b74c-4953-bba0-f0430f4f9f49" providerId="ADAL" clId="{81B252DA-9B23-4C72-917F-0FE9AAF30911}" dt="2025-03-14T06:49:07.125" v="1083" actId="571"/>
          <ac:spMkLst>
            <pc:docMk/>
            <pc:sldMk cId="2278080276" sldId="351"/>
            <ac:spMk id="131" creationId="{52B36FAC-C47A-5CB8-209E-E02681FFFCEB}"/>
          </ac:spMkLst>
        </pc:spChg>
        <pc:spChg chg="add mod">
          <ac:chgData name="Imazaki, Tomoya/今崎 智也" userId="848bb4c6-b74c-4953-bba0-f0430f4f9f49" providerId="ADAL" clId="{81B252DA-9B23-4C72-917F-0FE9AAF30911}" dt="2025-03-14T06:49:15.691" v="1085" actId="14100"/>
          <ac:spMkLst>
            <pc:docMk/>
            <pc:sldMk cId="2278080276" sldId="351"/>
            <ac:spMk id="132" creationId="{C8EEF086-84A9-4CF8-2152-006EA0DFD772}"/>
          </ac:spMkLst>
        </pc:spChg>
        <pc:spChg chg="add mod">
          <ac:chgData name="Imazaki, Tomoya/今崎 智也" userId="848bb4c6-b74c-4953-bba0-f0430f4f9f49" providerId="ADAL" clId="{81B252DA-9B23-4C72-917F-0FE9AAF30911}" dt="2025-03-14T06:49:19.171" v="1086" actId="571"/>
          <ac:spMkLst>
            <pc:docMk/>
            <pc:sldMk cId="2278080276" sldId="351"/>
            <ac:spMk id="133" creationId="{AD406D41-6F23-8020-83DC-258C4D2260EE}"/>
          </ac:spMkLst>
        </pc:spChg>
        <pc:spChg chg="add mod">
          <ac:chgData name="Imazaki, Tomoya/今崎 智也" userId="848bb4c6-b74c-4953-bba0-f0430f4f9f49" providerId="ADAL" clId="{81B252DA-9B23-4C72-917F-0FE9AAF30911}" dt="2025-03-14T06:49:21.268" v="1087" actId="571"/>
          <ac:spMkLst>
            <pc:docMk/>
            <pc:sldMk cId="2278080276" sldId="351"/>
            <ac:spMk id="134" creationId="{C662F6C3-33C8-513E-AE34-EF0F4D1E1EFB}"/>
          </ac:spMkLst>
        </pc:spChg>
        <pc:spChg chg="add mod">
          <ac:chgData name="Imazaki, Tomoya/今崎 智也" userId="848bb4c6-b74c-4953-bba0-f0430f4f9f49" providerId="ADAL" clId="{81B252DA-9B23-4C72-917F-0FE9AAF30911}" dt="2025-03-14T06:49:25.273" v="1088" actId="571"/>
          <ac:spMkLst>
            <pc:docMk/>
            <pc:sldMk cId="2278080276" sldId="351"/>
            <ac:spMk id="135" creationId="{3F65EBEA-FCC7-D106-A5DF-43E3AA2C6F33}"/>
          </ac:spMkLst>
        </pc:spChg>
        <pc:spChg chg="add mod">
          <ac:chgData name="Imazaki, Tomoya/今崎 智也" userId="848bb4c6-b74c-4953-bba0-f0430f4f9f49" providerId="ADAL" clId="{81B252DA-9B23-4C72-917F-0FE9AAF30911}" dt="2025-03-14T06:49:30.626" v="1089" actId="571"/>
          <ac:spMkLst>
            <pc:docMk/>
            <pc:sldMk cId="2278080276" sldId="351"/>
            <ac:spMk id="136" creationId="{1B80D0E9-1495-30C9-1F35-83616D23707D}"/>
          </ac:spMkLst>
        </pc:spChg>
        <pc:spChg chg="add mod">
          <ac:chgData name="Imazaki, Tomoya/今崎 智也" userId="848bb4c6-b74c-4953-bba0-f0430f4f9f49" providerId="ADAL" clId="{81B252DA-9B23-4C72-917F-0FE9AAF30911}" dt="2025-03-14T06:49:32.508" v="1090" actId="571"/>
          <ac:spMkLst>
            <pc:docMk/>
            <pc:sldMk cId="2278080276" sldId="351"/>
            <ac:spMk id="137" creationId="{59F7F335-B34B-AF32-C7BF-FE74919E7DDF}"/>
          </ac:spMkLst>
        </pc:spChg>
        <pc:spChg chg="add mod">
          <ac:chgData name="Imazaki, Tomoya/今崎 智也" userId="848bb4c6-b74c-4953-bba0-f0430f4f9f49" providerId="ADAL" clId="{81B252DA-9B23-4C72-917F-0FE9AAF30911}" dt="2025-03-14T06:49:36.464" v="1091" actId="571"/>
          <ac:spMkLst>
            <pc:docMk/>
            <pc:sldMk cId="2278080276" sldId="351"/>
            <ac:spMk id="138" creationId="{E002FD03-B2E7-B8E0-1775-67E3AC4A3D44}"/>
          </ac:spMkLst>
        </pc:spChg>
        <pc:spChg chg="add mod">
          <ac:chgData name="Imazaki, Tomoya/今崎 智也" userId="848bb4c6-b74c-4953-bba0-f0430f4f9f49" providerId="ADAL" clId="{81B252DA-9B23-4C72-917F-0FE9AAF30911}" dt="2025-03-14T06:49:39.834" v="1092" actId="571"/>
          <ac:spMkLst>
            <pc:docMk/>
            <pc:sldMk cId="2278080276" sldId="351"/>
            <ac:spMk id="139" creationId="{0FDCC410-FFD4-04BD-A4DF-B0EE58CD6940}"/>
          </ac:spMkLst>
        </pc:spChg>
        <pc:spChg chg="add mod">
          <ac:chgData name="Imazaki, Tomoya/今崎 智也" userId="848bb4c6-b74c-4953-bba0-f0430f4f9f49" providerId="ADAL" clId="{81B252DA-9B23-4C72-917F-0FE9AAF30911}" dt="2025-03-14T06:49:49.563" v="1093" actId="571"/>
          <ac:spMkLst>
            <pc:docMk/>
            <pc:sldMk cId="2278080276" sldId="351"/>
            <ac:spMk id="140" creationId="{3588DC58-A65E-5905-76C7-49EAE74B8FDA}"/>
          </ac:spMkLst>
        </pc:spChg>
        <pc:spChg chg="add mod">
          <ac:chgData name="Imazaki, Tomoya/今崎 智也" userId="848bb4c6-b74c-4953-bba0-f0430f4f9f49" providerId="ADAL" clId="{81B252DA-9B23-4C72-917F-0FE9AAF30911}" dt="2025-03-14T06:50:43.795" v="1107" actId="692"/>
          <ac:spMkLst>
            <pc:docMk/>
            <pc:sldMk cId="2278080276" sldId="351"/>
            <ac:spMk id="141" creationId="{AE7D5A55-21B0-0DA3-33F0-29079B199729}"/>
          </ac:spMkLst>
        </pc:spChg>
        <pc:spChg chg="add mod">
          <ac:chgData name="Imazaki, Tomoya/今崎 智也" userId="848bb4c6-b74c-4953-bba0-f0430f4f9f49" providerId="ADAL" clId="{81B252DA-9B23-4C72-917F-0FE9AAF30911}" dt="2025-03-14T06:50:50.823" v="1108" actId="571"/>
          <ac:spMkLst>
            <pc:docMk/>
            <pc:sldMk cId="2278080276" sldId="351"/>
            <ac:spMk id="142" creationId="{82AE0916-E676-CA83-F6E7-2D12B456FA75}"/>
          </ac:spMkLst>
        </pc:spChg>
        <pc:spChg chg="add mod">
          <ac:chgData name="Imazaki, Tomoya/今崎 智也" userId="848bb4c6-b74c-4953-bba0-f0430f4f9f49" providerId="ADAL" clId="{81B252DA-9B23-4C72-917F-0FE9AAF30911}" dt="2025-03-14T06:51:25.269" v="1117" actId="1076"/>
          <ac:spMkLst>
            <pc:docMk/>
            <pc:sldMk cId="2278080276" sldId="351"/>
            <ac:spMk id="143" creationId="{021C6476-5270-F3E3-0F3B-C1306C61EFB0}"/>
          </ac:spMkLst>
        </pc:spChg>
        <pc:spChg chg="add mod">
          <ac:chgData name="Imazaki, Tomoya/今崎 智也" userId="848bb4c6-b74c-4953-bba0-f0430f4f9f49" providerId="ADAL" clId="{81B252DA-9B23-4C72-917F-0FE9AAF30911}" dt="2025-03-14T06:51:21.647" v="1116" actId="571"/>
          <ac:spMkLst>
            <pc:docMk/>
            <pc:sldMk cId="2278080276" sldId="351"/>
            <ac:spMk id="144" creationId="{790AB223-163A-4746-6EFA-2E8DD03C43EF}"/>
          </ac:spMkLst>
        </pc:spChg>
        <pc:spChg chg="add mod">
          <ac:chgData name="Imazaki, Tomoya/今崎 智也" userId="848bb4c6-b74c-4953-bba0-f0430f4f9f49" providerId="ADAL" clId="{81B252DA-9B23-4C72-917F-0FE9AAF30911}" dt="2025-03-14T06:51:33.313" v="1118" actId="571"/>
          <ac:spMkLst>
            <pc:docMk/>
            <pc:sldMk cId="2278080276" sldId="351"/>
            <ac:spMk id="145" creationId="{CAAA9680-7493-365A-866C-F0563623A2E0}"/>
          </ac:spMkLst>
        </pc:spChg>
        <pc:spChg chg="add mod">
          <ac:chgData name="Imazaki, Tomoya/今崎 智也" userId="848bb4c6-b74c-4953-bba0-f0430f4f9f49" providerId="ADAL" clId="{81B252DA-9B23-4C72-917F-0FE9AAF30911}" dt="2025-03-14T06:51:40.719" v="1119" actId="571"/>
          <ac:spMkLst>
            <pc:docMk/>
            <pc:sldMk cId="2278080276" sldId="351"/>
            <ac:spMk id="146" creationId="{A20F8975-9FFE-0854-4058-7B4098FF8149}"/>
          </ac:spMkLst>
        </pc:spChg>
        <pc:spChg chg="add mod">
          <ac:chgData name="Imazaki, Tomoya/今崎 智也" userId="848bb4c6-b74c-4953-bba0-f0430f4f9f49" providerId="ADAL" clId="{81B252DA-9B23-4C72-917F-0FE9AAF30911}" dt="2025-03-14T06:51:45.930" v="1121" actId="1038"/>
          <ac:spMkLst>
            <pc:docMk/>
            <pc:sldMk cId="2278080276" sldId="351"/>
            <ac:spMk id="147" creationId="{7167727B-1453-DF4F-8382-99EFCEE0F668}"/>
          </ac:spMkLst>
        </pc:spChg>
        <pc:spChg chg="add mod">
          <ac:chgData name="Imazaki, Tomoya/今崎 智也" userId="848bb4c6-b74c-4953-bba0-f0430f4f9f49" providerId="ADAL" clId="{81B252DA-9B23-4C72-917F-0FE9AAF30911}" dt="2025-03-14T06:53:46.921" v="1275" actId="14100"/>
          <ac:spMkLst>
            <pc:docMk/>
            <pc:sldMk cId="2278080276" sldId="351"/>
            <ac:spMk id="148" creationId="{827BFBC8-9E6F-6264-55D5-56CBE94E0D42}"/>
          </ac:spMkLst>
        </pc:spChg>
        <pc:spChg chg="add mod">
          <ac:chgData name="Imazaki, Tomoya/今崎 智也" userId="848bb4c6-b74c-4953-bba0-f0430f4f9f49" providerId="ADAL" clId="{81B252DA-9B23-4C72-917F-0FE9AAF30911}" dt="2025-03-14T06:53:57.409" v="1280" actId="14100"/>
          <ac:spMkLst>
            <pc:docMk/>
            <pc:sldMk cId="2278080276" sldId="351"/>
            <ac:spMk id="149" creationId="{4A3B7532-7727-61FC-F806-BE076DC2AE22}"/>
          </ac:spMkLst>
        </pc:spChg>
        <pc:spChg chg="add mod ord">
          <ac:chgData name="Imazaki, Tomoya/今崎 智也" userId="848bb4c6-b74c-4953-bba0-f0430f4f9f49" providerId="ADAL" clId="{81B252DA-9B23-4C72-917F-0FE9AAF30911}" dt="2025-03-14T06:55:00.920" v="1304" actId="166"/>
          <ac:spMkLst>
            <pc:docMk/>
            <pc:sldMk cId="2278080276" sldId="351"/>
            <ac:spMk id="150" creationId="{29F548AF-9AC4-86CD-70A8-85B038030A96}"/>
          </ac:spMkLst>
        </pc:spChg>
        <pc:spChg chg="add mod">
          <ac:chgData name="Imazaki, Tomoya/今崎 智也" userId="848bb4c6-b74c-4953-bba0-f0430f4f9f49" providerId="ADAL" clId="{81B252DA-9B23-4C72-917F-0FE9AAF30911}" dt="2025-03-14T06:55:03.783" v="1305" actId="1076"/>
          <ac:spMkLst>
            <pc:docMk/>
            <pc:sldMk cId="2278080276" sldId="351"/>
            <ac:spMk id="151" creationId="{57BA053D-6ED1-F325-2A7B-0AB2732EAE74}"/>
          </ac:spMkLst>
        </pc:spChg>
        <pc:spChg chg="add mod">
          <ac:chgData name="Imazaki, Tomoya/今崎 智也" userId="848bb4c6-b74c-4953-bba0-f0430f4f9f49" providerId="ADAL" clId="{81B252DA-9B23-4C72-917F-0FE9AAF30911}" dt="2025-03-14T06:55:25.208" v="1310" actId="206"/>
          <ac:spMkLst>
            <pc:docMk/>
            <pc:sldMk cId="2278080276" sldId="351"/>
            <ac:spMk id="152" creationId="{AF7A3C9D-CB36-025A-3481-43A48ECEB2EB}"/>
          </ac:spMkLst>
        </pc:spChg>
        <pc:spChg chg="add mod">
          <ac:chgData name="Imazaki, Tomoya/今崎 智也" userId="848bb4c6-b74c-4953-bba0-f0430f4f9f49" providerId="ADAL" clId="{81B252DA-9B23-4C72-917F-0FE9AAF30911}" dt="2025-03-14T06:55:28.230" v="1311" actId="571"/>
          <ac:spMkLst>
            <pc:docMk/>
            <pc:sldMk cId="2278080276" sldId="351"/>
            <ac:spMk id="153" creationId="{F3F2BF2F-1BAD-C6D2-ABEB-D1E0E99875D8}"/>
          </ac:spMkLst>
        </pc:spChg>
        <pc:spChg chg="add mod">
          <ac:chgData name="Imazaki, Tomoya/今崎 智也" userId="848bb4c6-b74c-4953-bba0-f0430f4f9f49" providerId="ADAL" clId="{81B252DA-9B23-4C72-917F-0FE9AAF30911}" dt="2025-03-14T06:56:23.685" v="1353" actId="6549"/>
          <ac:spMkLst>
            <pc:docMk/>
            <pc:sldMk cId="2278080276" sldId="351"/>
            <ac:spMk id="154" creationId="{232367A8-7CC2-5156-6DC9-F00776C0AA3F}"/>
          </ac:spMkLst>
        </pc:spChg>
        <pc:spChg chg="add mod">
          <ac:chgData name="Imazaki, Tomoya/今崎 智也" userId="848bb4c6-b74c-4953-bba0-f0430f4f9f49" providerId="ADAL" clId="{81B252DA-9B23-4C72-917F-0FE9AAF30911}" dt="2025-03-14T06:56:06.752" v="1323" actId="571"/>
          <ac:spMkLst>
            <pc:docMk/>
            <pc:sldMk cId="2278080276" sldId="351"/>
            <ac:spMk id="155" creationId="{0174D8F8-53A9-F954-C091-31922EA9B938}"/>
          </ac:spMkLst>
        </pc:spChg>
        <pc:spChg chg="add mod">
          <ac:chgData name="Imazaki, Tomoya/今崎 智也" userId="848bb4c6-b74c-4953-bba0-f0430f4f9f49" providerId="ADAL" clId="{81B252DA-9B23-4C72-917F-0FE9AAF30911}" dt="2025-03-14T06:55:51.537" v="1321" actId="14100"/>
          <ac:spMkLst>
            <pc:docMk/>
            <pc:sldMk cId="2278080276" sldId="351"/>
            <ac:spMk id="1031" creationId="{6EB844D4-AAAE-0E90-76E5-427944461A29}"/>
          </ac:spMkLst>
        </pc:spChg>
        <pc:spChg chg="add mod">
          <ac:chgData name="Imazaki, Tomoya/今崎 智也" userId="848bb4c6-b74c-4953-bba0-f0430f4f9f49" providerId="ADAL" clId="{81B252DA-9B23-4C72-917F-0FE9AAF30911}" dt="2025-03-14T06:57:43.390" v="1436" actId="1076"/>
          <ac:spMkLst>
            <pc:docMk/>
            <pc:sldMk cId="2278080276" sldId="351"/>
            <ac:spMk id="1035" creationId="{ECBA0740-0D26-8EE0-B5BB-9E469EF7EB84}"/>
          </ac:spMkLst>
        </pc:spChg>
        <pc:grpChg chg="add del mod">
          <ac:chgData name="Imazaki, Tomoya/今崎 智也" userId="848bb4c6-b74c-4953-bba0-f0430f4f9f49" providerId="ADAL" clId="{81B252DA-9B23-4C72-917F-0FE9AAF30911}" dt="2025-03-14T06:42:42.141" v="1018" actId="165"/>
          <ac:grpSpMkLst>
            <pc:docMk/>
            <pc:sldMk cId="2278080276" sldId="351"/>
            <ac:grpSpMk id="2" creationId="{F0D30AF2-3EAE-0718-0B41-37EBC27C212F}"/>
          </ac:grpSpMkLst>
        </pc:grpChg>
        <pc:grpChg chg="del mod topLvl">
          <ac:chgData name="Imazaki, Tomoya/今崎 智也" userId="848bb4c6-b74c-4953-bba0-f0430f4f9f49" providerId="ADAL" clId="{81B252DA-9B23-4C72-917F-0FE9AAF30911}" dt="2025-03-14T06:47:48.527" v="1039" actId="478"/>
          <ac:grpSpMkLst>
            <pc:docMk/>
            <pc:sldMk cId="2278080276" sldId="351"/>
            <ac:grpSpMk id="6" creationId="{872A1E8A-B5D7-9DAE-9B3C-6EC03275F3FA}"/>
          </ac:grpSpMkLst>
        </pc:grpChg>
        <pc:grpChg chg="del mod topLvl">
          <ac:chgData name="Imazaki, Tomoya/今崎 智也" userId="848bb4c6-b74c-4953-bba0-f0430f4f9f49" providerId="ADAL" clId="{81B252DA-9B23-4C72-917F-0FE9AAF30911}" dt="2025-03-14T06:42:45.955" v="1019" actId="478"/>
          <ac:grpSpMkLst>
            <pc:docMk/>
            <pc:sldMk cId="2278080276" sldId="351"/>
            <ac:grpSpMk id="13" creationId="{56C4B30B-552C-5C8A-DC7D-76D324809FF4}"/>
          </ac:grpSpMkLst>
        </pc:grpChg>
        <pc:grpChg chg="mod">
          <ac:chgData name="Imazaki, Tomoya/今崎 智也" userId="848bb4c6-b74c-4953-bba0-f0430f4f9f49" providerId="ADAL" clId="{81B252DA-9B23-4C72-917F-0FE9AAF30911}" dt="2025-03-14T06:42:42.141" v="1018" actId="165"/>
          <ac:grpSpMkLst>
            <pc:docMk/>
            <pc:sldMk cId="2278080276" sldId="351"/>
            <ac:grpSpMk id="35" creationId="{3036F5B2-F7AB-7E62-3AB9-67513A715E4B}"/>
          </ac:grpSpMkLst>
        </pc:grpChg>
        <pc:grpChg chg="add del mod">
          <ac:chgData name="Imazaki, Tomoya/今崎 智也" userId="848bb4c6-b74c-4953-bba0-f0430f4f9f49" providerId="ADAL" clId="{81B252DA-9B23-4C72-917F-0FE9AAF30911}" dt="2025-03-14T06:48:02.293" v="1046" actId="165"/>
          <ac:grpSpMkLst>
            <pc:docMk/>
            <pc:sldMk cId="2278080276" sldId="351"/>
            <ac:grpSpMk id="74" creationId="{00000000-0008-0000-0500-00003C000000}"/>
          </ac:grpSpMkLst>
        </pc:grpChg>
        <pc:grpChg chg="add mod topLvl">
          <ac:chgData name="Imazaki, Tomoya/今崎 智也" userId="848bb4c6-b74c-4953-bba0-f0430f4f9f49" providerId="ADAL" clId="{81B252DA-9B23-4C72-917F-0FE9AAF30911}" dt="2025-03-14T06:51:19.472" v="1115" actId="1076"/>
          <ac:grpSpMkLst>
            <pc:docMk/>
            <pc:sldMk cId="2278080276" sldId="351"/>
            <ac:grpSpMk id="75" creationId="{00000000-0008-0000-0500-00003D000000}"/>
          </ac:grpSpMkLst>
        </pc:grpChg>
        <pc:picChg chg="del mod topLvl">
          <ac:chgData name="Imazaki, Tomoya/今崎 智也" userId="848bb4c6-b74c-4953-bba0-f0430f4f9f49" providerId="ADAL" clId="{81B252DA-9B23-4C72-917F-0FE9AAF30911}" dt="2025-03-14T06:47:32.179" v="1036" actId="478"/>
          <ac:picMkLst>
            <pc:docMk/>
            <pc:sldMk cId="2278080276" sldId="351"/>
            <ac:picMk id="4" creationId="{19646D50-D03B-DA56-D343-AF103B2DFD80}"/>
          </ac:picMkLst>
        </pc:picChg>
        <pc:picChg chg="del mod topLvl">
          <ac:chgData name="Imazaki, Tomoya/今崎 智也" userId="848bb4c6-b74c-4953-bba0-f0430f4f9f49" providerId="ADAL" clId="{81B252DA-9B23-4C72-917F-0FE9AAF30911}" dt="2025-03-14T06:42:45.955" v="1019" actId="478"/>
          <ac:picMkLst>
            <pc:docMk/>
            <pc:sldMk cId="2278080276" sldId="351"/>
            <ac:picMk id="9" creationId="{CD647B5D-2C84-397F-3CE1-7182CBD3637E}"/>
          </ac:picMkLst>
        </pc:picChg>
        <pc:picChg chg="del mod">
          <ac:chgData name="Imazaki, Tomoya/今崎 智也" userId="848bb4c6-b74c-4953-bba0-f0430f4f9f49" providerId="ADAL" clId="{81B252DA-9B23-4C72-917F-0FE9AAF30911}" dt="2025-03-14T06:42:36.485" v="1015" actId="478"/>
          <ac:picMkLst>
            <pc:docMk/>
            <pc:sldMk cId="2278080276" sldId="351"/>
            <ac:picMk id="27" creationId="{D58AF2D0-A6CF-82C5-6F60-DBFC59BF9D1B}"/>
          </ac:picMkLst>
        </pc:picChg>
        <pc:picChg chg="add mod">
          <ac:chgData name="Imazaki, Tomoya/今崎 智也" userId="848bb4c6-b74c-4953-bba0-f0430f4f9f49" providerId="ADAL" clId="{81B252DA-9B23-4C72-917F-0FE9AAF30911}" dt="2025-03-14T06:48:02.293" v="1046" actId="165"/>
          <ac:picMkLst>
            <pc:docMk/>
            <pc:sldMk cId="2278080276" sldId="351"/>
            <ac:picMk id="128" creationId="{00000000-0008-0000-0500-000072000000}"/>
          </ac:picMkLst>
        </pc:picChg>
        <pc:picChg chg="add mod">
          <ac:chgData name="Imazaki, Tomoya/今崎 智也" userId="848bb4c6-b74c-4953-bba0-f0430f4f9f49" providerId="ADAL" clId="{81B252DA-9B23-4C72-917F-0FE9AAF30911}" dt="2025-03-14T06:48:02.293" v="1046" actId="165"/>
          <ac:picMkLst>
            <pc:docMk/>
            <pc:sldMk cId="2278080276" sldId="351"/>
            <ac:picMk id="129" creationId="{00000000-0008-0000-0500-000073000000}"/>
          </ac:picMkLst>
        </pc:picChg>
        <pc:cxnChg chg="mod">
          <ac:chgData name="Imazaki, Tomoya/今崎 智也" userId="848bb4c6-b74c-4953-bba0-f0430f4f9f49" providerId="ADAL" clId="{81B252DA-9B23-4C72-917F-0FE9AAF30911}" dt="2025-03-14T06:42:42.141" v="1018" actId="165"/>
          <ac:cxnSpMkLst>
            <pc:docMk/>
            <pc:sldMk cId="2278080276" sldId="351"/>
            <ac:cxnSpMk id="31" creationId="{A22B668F-401E-83D8-C2CE-2FC4748D2EF6}"/>
          </ac:cxnSpMkLst>
        </pc:cxnChg>
      </pc:sldChg>
      <pc:sldChg chg="addSp delSp modSp add">
        <pc:chgData name="Imazaki, Tomoya/今崎 智也" userId="848bb4c6-b74c-4953-bba0-f0430f4f9f49" providerId="ADAL" clId="{81B252DA-9B23-4C72-917F-0FE9AAF30911}" dt="2025-03-14T07:42:30.630" v="1439" actId="478"/>
        <pc:sldMkLst>
          <pc:docMk/>
          <pc:sldMk cId="2785005727" sldId="352"/>
        </pc:sldMkLst>
        <pc:spChg chg="mod topLvl">
          <ac:chgData name="Imazaki, Tomoya/今崎 智也" userId="848bb4c6-b74c-4953-bba0-f0430f4f9f49" providerId="ADAL" clId="{81B252DA-9B23-4C72-917F-0FE9AAF30911}" dt="2025-03-14T07:42:26.046" v="1438" actId="165"/>
          <ac:spMkLst>
            <pc:docMk/>
            <pc:sldMk cId="2785005727" sldId="352"/>
            <ac:spMk id="4" creationId="{89276623-BD0C-E0DA-7FC3-919E48446786}"/>
          </ac:spMkLst>
        </pc:spChg>
        <pc:spChg chg="mod topLvl">
          <ac:chgData name="Imazaki, Tomoya/今崎 智也" userId="848bb4c6-b74c-4953-bba0-f0430f4f9f49" providerId="ADAL" clId="{81B252DA-9B23-4C72-917F-0FE9AAF30911}" dt="2025-03-14T07:42:26.046" v="1438" actId="165"/>
          <ac:spMkLst>
            <pc:docMk/>
            <pc:sldMk cId="2785005727" sldId="352"/>
            <ac:spMk id="7" creationId="{E40FBA01-47DD-7E86-463F-2F24B6411D93}"/>
          </ac:spMkLst>
        </pc:spChg>
        <pc:spChg chg="mod topLvl">
          <ac:chgData name="Imazaki, Tomoya/今崎 智也" userId="848bb4c6-b74c-4953-bba0-f0430f4f9f49" providerId="ADAL" clId="{81B252DA-9B23-4C72-917F-0FE9AAF30911}" dt="2025-03-14T07:42:26.046" v="1438" actId="165"/>
          <ac:spMkLst>
            <pc:docMk/>
            <pc:sldMk cId="2785005727" sldId="352"/>
            <ac:spMk id="9" creationId="{F8BDEECF-55BC-16A9-E6A3-8C73C200415C}"/>
          </ac:spMkLst>
        </pc:spChg>
        <pc:spChg chg="mod topLvl">
          <ac:chgData name="Imazaki, Tomoya/今崎 智也" userId="848bb4c6-b74c-4953-bba0-f0430f4f9f49" providerId="ADAL" clId="{81B252DA-9B23-4C72-917F-0FE9AAF30911}" dt="2025-03-14T07:42:26.046" v="1438" actId="165"/>
          <ac:spMkLst>
            <pc:docMk/>
            <pc:sldMk cId="2785005727" sldId="352"/>
            <ac:spMk id="13" creationId="{A365FD3A-F202-04DB-0B0B-C91A52E4A4B9}"/>
          </ac:spMkLst>
        </pc:spChg>
        <pc:spChg chg="mod topLvl">
          <ac:chgData name="Imazaki, Tomoya/今崎 智也" userId="848bb4c6-b74c-4953-bba0-f0430f4f9f49" providerId="ADAL" clId="{81B252DA-9B23-4C72-917F-0FE9AAF30911}" dt="2025-03-14T07:42:26.046" v="1438" actId="165"/>
          <ac:spMkLst>
            <pc:docMk/>
            <pc:sldMk cId="2785005727" sldId="352"/>
            <ac:spMk id="14" creationId="{7BB16AE4-7686-BEC2-5671-D6D49F7F6DF2}"/>
          </ac:spMkLst>
        </pc:spChg>
        <pc:spChg chg="mod topLvl">
          <ac:chgData name="Imazaki, Tomoya/今崎 智也" userId="848bb4c6-b74c-4953-bba0-f0430f4f9f49" providerId="ADAL" clId="{81B252DA-9B23-4C72-917F-0FE9AAF30911}" dt="2025-03-14T07:42:26.046" v="1438" actId="165"/>
          <ac:spMkLst>
            <pc:docMk/>
            <pc:sldMk cId="2785005727" sldId="352"/>
            <ac:spMk id="15" creationId="{A95AB69F-283D-41B1-5E7D-ABEEB8F24FD2}"/>
          </ac:spMkLst>
        </pc:spChg>
        <pc:spChg chg="mod topLvl">
          <ac:chgData name="Imazaki, Tomoya/今崎 智也" userId="848bb4c6-b74c-4953-bba0-f0430f4f9f49" providerId="ADAL" clId="{81B252DA-9B23-4C72-917F-0FE9AAF30911}" dt="2025-03-14T07:42:26.046" v="1438" actId="165"/>
          <ac:spMkLst>
            <pc:docMk/>
            <pc:sldMk cId="2785005727" sldId="352"/>
            <ac:spMk id="16" creationId="{8842E9EE-6A0B-B106-0F04-E539755AC773}"/>
          </ac:spMkLst>
        </pc:spChg>
        <pc:spChg chg="mod topLvl">
          <ac:chgData name="Imazaki, Tomoya/今崎 智也" userId="848bb4c6-b74c-4953-bba0-f0430f4f9f49" providerId="ADAL" clId="{81B252DA-9B23-4C72-917F-0FE9AAF30911}" dt="2025-03-14T07:42:26.046" v="1438" actId="165"/>
          <ac:spMkLst>
            <pc:docMk/>
            <pc:sldMk cId="2785005727" sldId="352"/>
            <ac:spMk id="17" creationId="{BF0A6389-6DBD-DD12-C1B0-07D3F0653F85}"/>
          </ac:spMkLst>
        </pc:spChg>
        <pc:spChg chg="mod topLvl">
          <ac:chgData name="Imazaki, Tomoya/今崎 智也" userId="848bb4c6-b74c-4953-bba0-f0430f4f9f49" providerId="ADAL" clId="{81B252DA-9B23-4C72-917F-0FE9AAF30911}" dt="2025-03-14T07:42:26.046" v="1438" actId="165"/>
          <ac:spMkLst>
            <pc:docMk/>
            <pc:sldMk cId="2785005727" sldId="352"/>
            <ac:spMk id="18" creationId="{7C699F22-E38F-1D83-7C79-C713A62D36FD}"/>
          </ac:spMkLst>
        </pc:spChg>
        <pc:spChg chg="mod topLvl">
          <ac:chgData name="Imazaki, Tomoya/今崎 智也" userId="848bb4c6-b74c-4953-bba0-f0430f4f9f49" providerId="ADAL" clId="{81B252DA-9B23-4C72-917F-0FE9AAF30911}" dt="2025-03-14T07:42:26.046" v="1438" actId="165"/>
          <ac:spMkLst>
            <pc:docMk/>
            <pc:sldMk cId="2785005727" sldId="352"/>
            <ac:spMk id="19" creationId="{D271F5CC-CFC1-A7EA-3EEA-26FA8AC0CADF}"/>
          </ac:spMkLst>
        </pc:spChg>
        <pc:spChg chg="mod topLvl">
          <ac:chgData name="Imazaki, Tomoya/今崎 智也" userId="848bb4c6-b74c-4953-bba0-f0430f4f9f49" providerId="ADAL" clId="{81B252DA-9B23-4C72-917F-0FE9AAF30911}" dt="2025-03-14T07:42:26.046" v="1438" actId="165"/>
          <ac:spMkLst>
            <pc:docMk/>
            <pc:sldMk cId="2785005727" sldId="352"/>
            <ac:spMk id="20" creationId="{B0B0C3A1-CAE7-9880-01DC-A5FC9D19C2C6}"/>
          </ac:spMkLst>
        </pc:spChg>
        <pc:spChg chg="mod topLvl">
          <ac:chgData name="Imazaki, Tomoya/今崎 智也" userId="848bb4c6-b74c-4953-bba0-f0430f4f9f49" providerId="ADAL" clId="{81B252DA-9B23-4C72-917F-0FE9AAF30911}" dt="2025-03-14T07:42:26.046" v="1438" actId="165"/>
          <ac:spMkLst>
            <pc:docMk/>
            <pc:sldMk cId="2785005727" sldId="352"/>
            <ac:spMk id="21" creationId="{E63348F2-856C-D4D8-7CBF-B4DA2EC52550}"/>
          </ac:spMkLst>
        </pc:spChg>
        <pc:spChg chg="mod topLvl">
          <ac:chgData name="Imazaki, Tomoya/今崎 智也" userId="848bb4c6-b74c-4953-bba0-f0430f4f9f49" providerId="ADAL" clId="{81B252DA-9B23-4C72-917F-0FE9AAF30911}" dt="2025-03-14T07:42:26.046" v="1438" actId="165"/>
          <ac:spMkLst>
            <pc:docMk/>
            <pc:sldMk cId="2785005727" sldId="352"/>
            <ac:spMk id="22" creationId="{744D0995-960C-5432-494D-5D486430EA19}"/>
          </ac:spMkLst>
        </pc:spChg>
        <pc:spChg chg="mod topLvl">
          <ac:chgData name="Imazaki, Tomoya/今崎 智也" userId="848bb4c6-b74c-4953-bba0-f0430f4f9f49" providerId="ADAL" clId="{81B252DA-9B23-4C72-917F-0FE9AAF30911}" dt="2025-03-14T07:42:26.046" v="1438" actId="165"/>
          <ac:spMkLst>
            <pc:docMk/>
            <pc:sldMk cId="2785005727" sldId="352"/>
            <ac:spMk id="23" creationId="{A80B1E01-B154-7440-DCA2-A926693CC395}"/>
          </ac:spMkLst>
        </pc:spChg>
        <pc:spChg chg="mod topLvl">
          <ac:chgData name="Imazaki, Tomoya/今崎 智也" userId="848bb4c6-b74c-4953-bba0-f0430f4f9f49" providerId="ADAL" clId="{81B252DA-9B23-4C72-917F-0FE9AAF30911}" dt="2025-03-14T07:42:26.046" v="1438" actId="165"/>
          <ac:spMkLst>
            <pc:docMk/>
            <pc:sldMk cId="2785005727" sldId="352"/>
            <ac:spMk id="26" creationId="{05A2128D-09F1-9183-18D7-A95E10E16447}"/>
          </ac:spMkLst>
        </pc:spChg>
        <pc:spChg chg="mod topLvl">
          <ac:chgData name="Imazaki, Tomoya/今崎 智也" userId="848bb4c6-b74c-4953-bba0-f0430f4f9f49" providerId="ADAL" clId="{81B252DA-9B23-4C72-917F-0FE9AAF30911}" dt="2025-03-14T07:42:26.046" v="1438" actId="165"/>
          <ac:spMkLst>
            <pc:docMk/>
            <pc:sldMk cId="2785005727" sldId="352"/>
            <ac:spMk id="28" creationId="{3C4845EE-5493-5653-CDBF-0DCE95FF20BB}"/>
          </ac:spMkLst>
        </pc:spChg>
        <pc:spChg chg="mod topLvl">
          <ac:chgData name="Imazaki, Tomoya/今崎 智也" userId="848bb4c6-b74c-4953-bba0-f0430f4f9f49" providerId="ADAL" clId="{81B252DA-9B23-4C72-917F-0FE9AAF30911}" dt="2025-03-14T07:42:26.046" v="1438" actId="165"/>
          <ac:spMkLst>
            <pc:docMk/>
            <pc:sldMk cId="2785005727" sldId="352"/>
            <ac:spMk id="31" creationId="{4F84CD57-117E-8070-6CDA-EF9C6EC8354A}"/>
          </ac:spMkLst>
        </pc:spChg>
        <pc:spChg chg="mod topLvl">
          <ac:chgData name="Imazaki, Tomoya/今崎 智也" userId="848bb4c6-b74c-4953-bba0-f0430f4f9f49" providerId="ADAL" clId="{81B252DA-9B23-4C72-917F-0FE9AAF30911}" dt="2025-03-14T07:42:26.046" v="1438" actId="165"/>
          <ac:spMkLst>
            <pc:docMk/>
            <pc:sldMk cId="2785005727" sldId="352"/>
            <ac:spMk id="34" creationId="{A01F63B5-B231-1C78-B546-14B3D2A3FFBA}"/>
          </ac:spMkLst>
        </pc:spChg>
        <pc:spChg chg="mod topLvl">
          <ac:chgData name="Imazaki, Tomoya/今崎 智也" userId="848bb4c6-b74c-4953-bba0-f0430f4f9f49" providerId="ADAL" clId="{81B252DA-9B23-4C72-917F-0FE9AAF30911}" dt="2025-03-14T07:42:26.046" v="1438" actId="165"/>
          <ac:spMkLst>
            <pc:docMk/>
            <pc:sldMk cId="2785005727" sldId="352"/>
            <ac:spMk id="35" creationId="{ED0D73FC-04CB-6586-748F-76AB6C42F58A}"/>
          </ac:spMkLst>
        </pc:spChg>
        <pc:spChg chg="mod topLvl">
          <ac:chgData name="Imazaki, Tomoya/今崎 智也" userId="848bb4c6-b74c-4953-bba0-f0430f4f9f49" providerId="ADAL" clId="{81B252DA-9B23-4C72-917F-0FE9AAF30911}" dt="2025-03-14T07:42:26.046" v="1438" actId="165"/>
          <ac:spMkLst>
            <pc:docMk/>
            <pc:sldMk cId="2785005727" sldId="352"/>
            <ac:spMk id="41" creationId="{6C58DB8C-94D2-B037-9EC3-459A2684C2E6}"/>
          </ac:spMkLst>
        </pc:spChg>
        <pc:spChg chg="mod topLvl">
          <ac:chgData name="Imazaki, Tomoya/今崎 智也" userId="848bb4c6-b74c-4953-bba0-f0430f4f9f49" providerId="ADAL" clId="{81B252DA-9B23-4C72-917F-0FE9AAF30911}" dt="2025-03-14T07:42:26.046" v="1438" actId="165"/>
          <ac:spMkLst>
            <pc:docMk/>
            <pc:sldMk cId="2785005727" sldId="352"/>
            <ac:spMk id="43" creationId="{698672DC-E358-43C0-8FC4-C416B103B8B5}"/>
          </ac:spMkLst>
        </pc:spChg>
        <pc:spChg chg="mod">
          <ac:chgData name="Imazaki, Tomoya/今崎 智也" userId="848bb4c6-b74c-4953-bba0-f0430f4f9f49" providerId="ADAL" clId="{81B252DA-9B23-4C72-917F-0FE9AAF30911}" dt="2025-03-14T07:42:26.046" v="1438" actId="165"/>
          <ac:spMkLst>
            <pc:docMk/>
            <pc:sldMk cId="2785005727" sldId="352"/>
            <ac:spMk id="76" creationId="{307A03B4-2A3F-4014-29AC-73DA45C79F76}"/>
          </ac:spMkLst>
        </pc:spChg>
        <pc:spChg chg="mod">
          <ac:chgData name="Imazaki, Tomoya/今崎 智也" userId="848bb4c6-b74c-4953-bba0-f0430f4f9f49" providerId="ADAL" clId="{81B252DA-9B23-4C72-917F-0FE9AAF30911}" dt="2025-03-14T07:42:26.046" v="1438" actId="165"/>
          <ac:spMkLst>
            <pc:docMk/>
            <pc:sldMk cId="2785005727" sldId="352"/>
            <ac:spMk id="79" creationId="{D1A433A0-2C20-B1F4-50A7-D8756DADC8E0}"/>
          </ac:spMkLst>
        </pc:spChg>
        <pc:spChg chg="mod">
          <ac:chgData name="Imazaki, Tomoya/今崎 智也" userId="848bb4c6-b74c-4953-bba0-f0430f4f9f49" providerId="ADAL" clId="{81B252DA-9B23-4C72-917F-0FE9AAF30911}" dt="2025-03-14T07:42:26.046" v="1438" actId="165"/>
          <ac:spMkLst>
            <pc:docMk/>
            <pc:sldMk cId="2785005727" sldId="352"/>
            <ac:spMk id="80" creationId="{EB7F1696-36C5-B2DC-F5C9-D86974E9B86F}"/>
          </ac:spMkLst>
        </pc:spChg>
        <pc:spChg chg="mod">
          <ac:chgData name="Imazaki, Tomoya/今崎 智也" userId="848bb4c6-b74c-4953-bba0-f0430f4f9f49" providerId="ADAL" clId="{81B252DA-9B23-4C72-917F-0FE9AAF30911}" dt="2025-03-14T07:42:26.046" v="1438" actId="165"/>
          <ac:spMkLst>
            <pc:docMk/>
            <pc:sldMk cId="2785005727" sldId="352"/>
            <ac:spMk id="81" creationId="{F4EB10CB-4132-3A41-5AA1-8D858DCA11EC}"/>
          </ac:spMkLst>
        </pc:spChg>
        <pc:spChg chg="mod">
          <ac:chgData name="Imazaki, Tomoya/今崎 智也" userId="848bb4c6-b74c-4953-bba0-f0430f4f9f49" providerId="ADAL" clId="{81B252DA-9B23-4C72-917F-0FE9AAF30911}" dt="2025-03-14T07:42:26.046" v="1438" actId="165"/>
          <ac:spMkLst>
            <pc:docMk/>
            <pc:sldMk cId="2785005727" sldId="352"/>
            <ac:spMk id="83" creationId="{09224D58-640A-EBCC-5D47-3D6CFDB520A0}"/>
          </ac:spMkLst>
        </pc:spChg>
        <pc:spChg chg="mod">
          <ac:chgData name="Imazaki, Tomoya/今崎 智也" userId="848bb4c6-b74c-4953-bba0-f0430f4f9f49" providerId="ADAL" clId="{81B252DA-9B23-4C72-917F-0FE9AAF30911}" dt="2025-03-14T07:42:26.046" v="1438" actId="165"/>
          <ac:spMkLst>
            <pc:docMk/>
            <pc:sldMk cId="2785005727" sldId="352"/>
            <ac:spMk id="84" creationId="{1337EE41-60CF-C18F-CA0E-C3DB7D0B7084}"/>
          </ac:spMkLst>
        </pc:spChg>
        <pc:spChg chg="mod">
          <ac:chgData name="Imazaki, Tomoya/今崎 智也" userId="848bb4c6-b74c-4953-bba0-f0430f4f9f49" providerId="ADAL" clId="{81B252DA-9B23-4C72-917F-0FE9AAF30911}" dt="2025-03-14T07:42:26.046" v="1438" actId="165"/>
          <ac:spMkLst>
            <pc:docMk/>
            <pc:sldMk cId="2785005727" sldId="352"/>
            <ac:spMk id="87" creationId="{915177B0-A1AD-3A31-9E3E-CCA05AD28D71}"/>
          </ac:spMkLst>
        </pc:spChg>
        <pc:spChg chg="mod">
          <ac:chgData name="Imazaki, Tomoya/今崎 智也" userId="848bb4c6-b74c-4953-bba0-f0430f4f9f49" providerId="ADAL" clId="{81B252DA-9B23-4C72-917F-0FE9AAF30911}" dt="2025-03-14T07:42:26.046" v="1438" actId="165"/>
          <ac:spMkLst>
            <pc:docMk/>
            <pc:sldMk cId="2785005727" sldId="352"/>
            <ac:spMk id="92" creationId="{5E6511BD-A426-8C9F-A52B-49ABE2E82203}"/>
          </ac:spMkLst>
        </pc:spChg>
        <pc:spChg chg="mod">
          <ac:chgData name="Imazaki, Tomoya/今崎 智也" userId="848bb4c6-b74c-4953-bba0-f0430f4f9f49" providerId="ADAL" clId="{81B252DA-9B23-4C72-917F-0FE9AAF30911}" dt="2025-03-14T07:42:26.046" v="1438" actId="165"/>
          <ac:spMkLst>
            <pc:docMk/>
            <pc:sldMk cId="2785005727" sldId="352"/>
            <ac:spMk id="93" creationId="{F2631326-91A5-290A-5FB3-CFA72E7974D1}"/>
          </ac:spMkLst>
        </pc:spChg>
        <pc:spChg chg="mod">
          <ac:chgData name="Imazaki, Tomoya/今崎 智也" userId="848bb4c6-b74c-4953-bba0-f0430f4f9f49" providerId="ADAL" clId="{81B252DA-9B23-4C72-917F-0FE9AAF30911}" dt="2025-03-14T07:42:26.046" v="1438" actId="165"/>
          <ac:spMkLst>
            <pc:docMk/>
            <pc:sldMk cId="2785005727" sldId="352"/>
            <ac:spMk id="94" creationId="{6F29666D-EF43-45B6-4B3E-55765B0BD5CF}"/>
          </ac:spMkLst>
        </pc:spChg>
        <pc:spChg chg="mod">
          <ac:chgData name="Imazaki, Tomoya/今崎 智也" userId="848bb4c6-b74c-4953-bba0-f0430f4f9f49" providerId="ADAL" clId="{81B252DA-9B23-4C72-917F-0FE9AAF30911}" dt="2025-03-14T07:42:26.046" v="1438" actId="165"/>
          <ac:spMkLst>
            <pc:docMk/>
            <pc:sldMk cId="2785005727" sldId="352"/>
            <ac:spMk id="95" creationId="{485F5DE8-6F13-BBC4-A3F1-42DE52D6C55E}"/>
          </ac:spMkLst>
        </pc:spChg>
        <pc:spChg chg="mod">
          <ac:chgData name="Imazaki, Tomoya/今崎 智也" userId="848bb4c6-b74c-4953-bba0-f0430f4f9f49" providerId="ADAL" clId="{81B252DA-9B23-4C72-917F-0FE9AAF30911}" dt="2025-03-14T07:42:26.046" v="1438" actId="165"/>
          <ac:spMkLst>
            <pc:docMk/>
            <pc:sldMk cId="2785005727" sldId="352"/>
            <ac:spMk id="96" creationId="{6692202F-5BE5-F0BF-AE62-20D0A104E6C0}"/>
          </ac:spMkLst>
        </pc:spChg>
        <pc:spChg chg="mod">
          <ac:chgData name="Imazaki, Tomoya/今崎 智也" userId="848bb4c6-b74c-4953-bba0-f0430f4f9f49" providerId="ADAL" clId="{81B252DA-9B23-4C72-917F-0FE9AAF30911}" dt="2025-03-14T07:42:26.046" v="1438" actId="165"/>
          <ac:spMkLst>
            <pc:docMk/>
            <pc:sldMk cId="2785005727" sldId="352"/>
            <ac:spMk id="97" creationId="{03AC3383-71E7-910D-4A16-AFEB2B65478C}"/>
          </ac:spMkLst>
        </pc:spChg>
        <pc:spChg chg="mod">
          <ac:chgData name="Imazaki, Tomoya/今崎 智也" userId="848bb4c6-b74c-4953-bba0-f0430f4f9f49" providerId="ADAL" clId="{81B252DA-9B23-4C72-917F-0FE9AAF30911}" dt="2025-03-14T07:42:26.046" v="1438" actId="165"/>
          <ac:spMkLst>
            <pc:docMk/>
            <pc:sldMk cId="2785005727" sldId="352"/>
            <ac:spMk id="98" creationId="{EC0193D5-AEA3-EC9A-649D-DC4376DBE0AB}"/>
          </ac:spMkLst>
        </pc:spChg>
        <pc:spChg chg="mod">
          <ac:chgData name="Imazaki, Tomoya/今崎 智也" userId="848bb4c6-b74c-4953-bba0-f0430f4f9f49" providerId="ADAL" clId="{81B252DA-9B23-4C72-917F-0FE9AAF30911}" dt="2025-03-14T07:42:26.046" v="1438" actId="165"/>
          <ac:spMkLst>
            <pc:docMk/>
            <pc:sldMk cId="2785005727" sldId="352"/>
            <ac:spMk id="99" creationId="{1EBCEBE7-C310-7F94-5543-43CEBFD0BC4B}"/>
          </ac:spMkLst>
        </pc:spChg>
        <pc:spChg chg="mod">
          <ac:chgData name="Imazaki, Tomoya/今崎 智也" userId="848bb4c6-b74c-4953-bba0-f0430f4f9f49" providerId="ADAL" clId="{81B252DA-9B23-4C72-917F-0FE9AAF30911}" dt="2025-03-14T07:42:26.046" v="1438" actId="165"/>
          <ac:spMkLst>
            <pc:docMk/>
            <pc:sldMk cId="2785005727" sldId="352"/>
            <ac:spMk id="100" creationId="{5C31F562-4565-9B63-25A8-91F7344A1A02}"/>
          </ac:spMkLst>
        </pc:spChg>
        <pc:spChg chg="mod">
          <ac:chgData name="Imazaki, Tomoya/今崎 智也" userId="848bb4c6-b74c-4953-bba0-f0430f4f9f49" providerId="ADAL" clId="{81B252DA-9B23-4C72-917F-0FE9AAF30911}" dt="2025-03-14T07:42:26.046" v="1438" actId="165"/>
          <ac:spMkLst>
            <pc:docMk/>
            <pc:sldMk cId="2785005727" sldId="352"/>
            <ac:spMk id="101" creationId="{EB89360A-C826-D084-3509-4097B03E9F9F}"/>
          </ac:spMkLst>
        </pc:spChg>
        <pc:spChg chg="mod">
          <ac:chgData name="Imazaki, Tomoya/今崎 智也" userId="848bb4c6-b74c-4953-bba0-f0430f4f9f49" providerId="ADAL" clId="{81B252DA-9B23-4C72-917F-0FE9AAF30911}" dt="2025-03-14T07:42:26.046" v="1438" actId="165"/>
          <ac:spMkLst>
            <pc:docMk/>
            <pc:sldMk cId="2785005727" sldId="352"/>
            <ac:spMk id="102" creationId="{AACD1DBE-E239-A23F-92D1-AACA25BBD2A7}"/>
          </ac:spMkLst>
        </pc:spChg>
        <pc:spChg chg="mod">
          <ac:chgData name="Imazaki, Tomoya/今崎 智也" userId="848bb4c6-b74c-4953-bba0-f0430f4f9f49" providerId="ADAL" clId="{81B252DA-9B23-4C72-917F-0FE9AAF30911}" dt="2025-03-14T07:42:26.046" v="1438" actId="165"/>
          <ac:spMkLst>
            <pc:docMk/>
            <pc:sldMk cId="2785005727" sldId="352"/>
            <ac:spMk id="103" creationId="{AAA91B39-EE33-1ADA-9A62-FB3FD14CAEA9}"/>
          </ac:spMkLst>
        </pc:spChg>
        <pc:spChg chg="mod">
          <ac:chgData name="Imazaki, Tomoya/今崎 智也" userId="848bb4c6-b74c-4953-bba0-f0430f4f9f49" providerId="ADAL" clId="{81B252DA-9B23-4C72-917F-0FE9AAF30911}" dt="2025-03-14T07:42:26.046" v="1438" actId="165"/>
          <ac:spMkLst>
            <pc:docMk/>
            <pc:sldMk cId="2785005727" sldId="352"/>
            <ac:spMk id="104" creationId="{D296BC5E-9347-772A-8CA7-4DAF0415E620}"/>
          </ac:spMkLst>
        </pc:spChg>
        <pc:spChg chg="mod">
          <ac:chgData name="Imazaki, Tomoya/今崎 智也" userId="848bb4c6-b74c-4953-bba0-f0430f4f9f49" providerId="ADAL" clId="{81B252DA-9B23-4C72-917F-0FE9AAF30911}" dt="2025-03-14T07:42:26.046" v="1438" actId="165"/>
          <ac:spMkLst>
            <pc:docMk/>
            <pc:sldMk cId="2785005727" sldId="352"/>
            <ac:spMk id="105" creationId="{93945509-9721-472F-046E-EC187286BD02}"/>
          </ac:spMkLst>
        </pc:spChg>
        <pc:spChg chg="mod">
          <ac:chgData name="Imazaki, Tomoya/今崎 智也" userId="848bb4c6-b74c-4953-bba0-f0430f4f9f49" providerId="ADAL" clId="{81B252DA-9B23-4C72-917F-0FE9AAF30911}" dt="2025-03-14T07:42:26.046" v="1438" actId="165"/>
          <ac:spMkLst>
            <pc:docMk/>
            <pc:sldMk cId="2785005727" sldId="352"/>
            <ac:spMk id="106" creationId="{74D15EE2-CDD2-F79A-4CEC-1CFDC15A7EC7}"/>
          </ac:spMkLst>
        </pc:spChg>
        <pc:spChg chg="mod">
          <ac:chgData name="Imazaki, Tomoya/今崎 智也" userId="848bb4c6-b74c-4953-bba0-f0430f4f9f49" providerId="ADAL" clId="{81B252DA-9B23-4C72-917F-0FE9AAF30911}" dt="2025-03-14T07:42:26.046" v="1438" actId="165"/>
          <ac:spMkLst>
            <pc:docMk/>
            <pc:sldMk cId="2785005727" sldId="352"/>
            <ac:spMk id="107" creationId="{072CA4EB-6D7E-C000-CE27-B20C29740FFD}"/>
          </ac:spMkLst>
        </pc:spChg>
        <pc:spChg chg="mod">
          <ac:chgData name="Imazaki, Tomoya/今崎 智也" userId="848bb4c6-b74c-4953-bba0-f0430f4f9f49" providerId="ADAL" clId="{81B252DA-9B23-4C72-917F-0FE9AAF30911}" dt="2025-03-14T07:42:26.046" v="1438" actId="165"/>
          <ac:spMkLst>
            <pc:docMk/>
            <pc:sldMk cId="2785005727" sldId="352"/>
            <ac:spMk id="108" creationId="{8B4089C2-D69E-E312-E25D-B5B83E7E35B1}"/>
          </ac:spMkLst>
        </pc:spChg>
        <pc:spChg chg="mod">
          <ac:chgData name="Imazaki, Tomoya/今崎 智也" userId="848bb4c6-b74c-4953-bba0-f0430f4f9f49" providerId="ADAL" clId="{81B252DA-9B23-4C72-917F-0FE9AAF30911}" dt="2025-03-14T07:42:26.046" v="1438" actId="165"/>
          <ac:spMkLst>
            <pc:docMk/>
            <pc:sldMk cId="2785005727" sldId="352"/>
            <ac:spMk id="109" creationId="{9788310A-D0DC-2619-8227-364F24E7260B}"/>
          </ac:spMkLst>
        </pc:spChg>
        <pc:spChg chg="mod">
          <ac:chgData name="Imazaki, Tomoya/今崎 智也" userId="848bb4c6-b74c-4953-bba0-f0430f4f9f49" providerId="ADAL" clId="{81B252DA-9B23-4C72-917F-0FE9AAF30911}" dt="2025-03-14T07:42:26.046" v="1438" actId="165"/>
          <ac:spMkLst>
            <pc:docMk/>
            <pc:sldMk cId="2785005727" sldId="352"/>
            <ac:spMk id="110" creationId="{351B61B5-5E4C-B90B-87E1-58A6626EB95A}"/>
          </ac:spMkLst>
        </pc:spChg>
        <pc:spChg chg="mod">
          <ac:chgData name="Imazaki, Tomoya/今崎 智也" userId="848bb4c6-b74c-4953-bba0-f0430f4f9f49" providerId="ADAL" clId="{81B252DA-9B23-4C72-917F-0FE9AAF30911}" dt="2025-03-14T07:42:26.046" v="1438" actId="165"/>
          <ac:spMkLst>
            <pc:docMk/>
            <pc:sldMk cId="2785005727" sldId="352"/>
            <ac:spMk id="111" creationId="{82AB2113-3D8B-5A4E-7FB3-75A1F3460E01}"/>
          </ac:spMkLst>
        </pc:spChg>
        <pc:spChg chg="mod">
          <ac:chgData name="Imazaki, Tomoya/今崎 智也" userId="848bb4c6-b74c-4953-bba0-f0430f4f9f49" providerId="ADAL" clId="{81B252DA-9B23-4C72-917F-0FE9AAF30911}" dt="2025-03-14T07:42:26.046" v="1438" actId="165"/>
          <ac:spMkLst>
            <pc:docMk/>
            <pc:sldMk cId="2785005727" sldId="352"/>
            <ac:spMk id="112" creationId="{9AA4F161-31D2-3398-3CA4-D2DBE764573D}"/>
          </ac:spMkLst>
        </pc:spChg>
        <pc:spChg chg="mod">
          <ac:chgData name="Imazaki, Tomoya/今崎 智也" userId="848bb4c6-b74c-4953-bba0-f0430f4f9f49" providerId="ADAL" clId="{81B252DA-9B23-4C72-917F-0FE9AAF30911}" dt="2025-03-14T07:42:26.046" v="1438" actId="165"/>
          <ac:spMkLst>
            <pc:docMk/>
            <pc:sldMk cId="2785005727" sldId="352"/>
            <ac:spMk id="113" creationId="{571A0BCE-DEE5-8A67-119D-4A226F435554}"/>
          </ac:spMkLst>
        </pc:spChg>
        <pc:spChg chg="mod">
          <ac:chgData name="Imazaki, Tomoya/今崎 智也" userId="848bb4c6-b74c-4953-bba0-f0430f4f9f49" providerId="ADAL" clId="{81B252DA-9B23-4C72-917F-0FE9AAF30911}" dt="2025-03-14T07:42:26.046" v="1438" actId="165"/>
          <ac:spMkLst>
            <pc:docMk/>
            <pc:sldMk cId="2785005727" sldId="352"/>
            <ac:spMk id="114" creationId="{320070EF-6480-8B01-0F00-CB255D9E0048}"/>
          </ac:spMkLst>
        </pc:spChg>
        <pc:spChg chg="mod">
          <ac:chgData name="Imazaki, Tomoya/今崎 智也" userId="848bb4c6-b74c-4953-bba0-f0430f4f9f49" providerId="ADAL" clId="{81B252DA-9B23-4C72-917F-0FE9AAF30911}" dt="2025-03-14T07:42:26.046" v="1438" actId="165"/>
          <ac:spMkLst>
            <pc:docMk/>
            <pc:sldMk cId="2785005727" sldId="352"/>
            <ac:spMk id="115" creationId="{02A10B26-DEA6-FB1E-6408-711D1427E2ED}"/>
          </ac:spMkLst>
        </pc:spChg>
        <pc:grpChg chg="add del mod">
          <ac:chgData name="Imazaki, Tomoya/今崎 智也" userId="848bb4c6-b74c-4953-bba0-f0430f4f9f49" providerId="ADAL" clId="{81B252DA-9B23-4C72-917F-0FE9AAF30911}" dt="2025-03-14T07:42:26.046" v="1438" actId="165"/>
          <ac:grpSpMkLst>
            <pc:docMk/>
            <pc:sldMk cId="2785005727" sldId="352"/>
            <ac:grpSpMk id="2" creationId="{9D863861-DB39-6F4C-5A3E-E21E95A3AF8A}"/>
          </ac:grpSpMkLst>
        </pc:grpChg>
        <pc:grpChg chg="del mod topLvl">
          <ac:chgData name="Imazaki, Tomoya/今崎 智也" userId="848bb4c6-b74c-4953-bba0-f0430f4f9f49" providerId="ADAL" clId="{81B252DA-9B23-4C72-917F-0FE9AAF30911}" dt="2025-03-14T07:42:30.630" v="1439" actId="478"/>
          <ac:grpSpMkLst>
            <pc:docMk/>
            <pc:sldMk cId="2785005727" sldId="352"/>
            <ac:grpSpMk id="6" creationId="{07DDD04E-DD46-8AC6-F8FB-0F966DC8D654}"/>
          </ac:grpSpMkLst>
        </pc:grpChg>
        <pc:grpChg chg="mod">
          <ac:chgData name="Imazaki, Tomoya/今崎 智也" userId="848bb4c6-b74c-4953-bba0-f0430f4f9f49" providerId="ADAL" clId="{81B252DA-9B23-4C72-917F-0FE9AAF30911}" dt="2025-03-14T07:42:26.046" v="1438" actId="165"/>
          <ac:grpSpMkLst>
            <pc:docMk/>
            <pc:sldMk cId="2785005727" sldId="352"/>
            <ac:grpSpMk id="73" creationId="{D05B2034-386D-12BB-BE17-2BB70CFB7540}"/>
          </ac:grpSpMkLst>
        </pc:grpChg>
        <pc:grpChg chg="mod">
          <ac:chgData name="Imazaki, Tomoya/今崎 智也" userId="848bb4c6-b74c-4953-bba0-f0430f4f9f49" providerId="ADAL" clId="{81B252DA-9B23-4C72-917F-0FE9AAF30911}" dt="2025-03-14T07:42:26.046" v="1438" actId="165"/>
          <ac:grpSpMkLst>
            <pc:docMk/>
            <pc:sldMk cId="2785005727" sldId="352"/>
            <ac:grpSpMk id="74" creationId="{11EAECEF-569C-A1B1-18D5-A6711A743D49}"/>
          </ac:grpSpMkLst>
        </pc:grpChg>
        <pc:grpChg chg="mod">
          <ac:chgData name="Imazaki, Tomoya/今崎 智也" userId="848bb4c6-b74c-4953-bba0-f0430f4f9f49" providerId="ADAL" clId="{81B252DA-9B23-4C72-917F-0FE9AAF30911}" dt="2025-03-14T07:42:26.046" v="1438" actId="165"/>
          <ac:grpSpMkLst>
            <pc:docMk/>
            <pc:sldMk cId="2785005727" sldId="352"/>
            <ac:grpSpMk id="75" creationId="{48272F67-2565-7817-1E63-1C7C750159D6}"/>
          </ac:grpSpMkLst>
        </pc:grpChg>
        <pc:grpChg chg="mod">
          <ac:chgData name="Imazaki, Tomoya/今崎 智也" userId="848bb4c6-b74c-4953-bba0-f0430f4f9f49" providerId="ADAL" clId="{81B252DA-9B23-4C72-917F-0FE9AAF30911}" dt="2025-03-14T07:42:26.046" v="1438" actId="165"/>
          <ac:grpSpMkLst>
            <pc:docMk/>
            <pc:sldMk cId="2785005727" sldId="352"/>
            <ac:grpSpMk id="85" creationId="{191C9F42-5A59-0587-75C3-47DB5B076A61}"/>
          </ac:grpSpMkLst>
        </pc:grpChg>
        <pc:grpChg chg="mod">
          <ac:chgData name="Imazaki, Tomoya/今崎 智也" userId="848bb4c6-b74c-4953-bba0-f0430f4f9f49" providerId="ADAL" clId="{81B252DA-9B23-4C72-917F-0FE9AAF30911}" dt="2025-03-14T07:42:26.046" v="1438" actId="165"/>
          <ac:grpSpMkLst>
            <pc:docMk/>
            <pc:sldMk cId="2785005727" sldId="352"/>
            <ac:grpSpMk id="86" creationId="{B850D5C4-C965-A480-0866-0F047D102B12}"/>
          </ac:grpSpMkLst>
        </pc:grpChg>
        <pc:grpChg chg="mod">
          <ac:chgData name="Imazaki, Tomoya/今崎 智也" userId="848bb4c6-b74c-4953-bba0-f0430f4f9f49" providerId="ADAL" clId="{81B252DA-9B23-4C72-917F-0FE9AAF30911}" dt="2025-03-14T07:42:26.046" v="1438" actId="165"/>
          <ac:grpSpMkLst>
            <pc:docMk/>
            <pc:sldMk cId="2785005727" sldId="352"/>
            <ac:grpSpMk id="88" creationId="{4051B237-C9DF-EE86-9AA5-6A1663B85AF0}"/>
          </ac:grpSpMkLst>
        </pc:grpChg>
        <pc:grpChg chg="mod">
          <ac:chgData name="Imazaki, Tomoya/今崎 智也" userId="848bb4c6-b74c-4953-bba0-f0430f4f9f49" providerId="ADAL" clId="{81B252DA-9B23-4C72-917F-0FE9AAF30911}" dt="2025-03-14T07:42:26.046" v="1438" actId="165"/>
          <ac:grpSpMkLst>
            <pc:docMk/>
            <pc:sldMk cId="2785005727" sldId="352"/>
            <ac:grpSpMk id="89" creationId="{F720012D-8A11-162D-8764-F1FC650F83A0}"/>
          </ac:grpSpMkLst>
        </pc:grpChg>
        <pc:grpChg chg="mod">
          <ac:chgData name="Imazaki, Tomoya/今崎 智也" userId="848bb4c6-b74c-4953-bba0-f0430f4f9f49" providerId="ADAL" clId="{81B252DA-9B23-4C72-917F-0FE9AAF30911}" dt="2025-03-14T07:42:26.046" v="1438" actId="165"/>
          <ac:grpSpMkLst>
            <pc:docMk/>
            <pc:sldMk cId="2785005727" sldId="352"/>
            <ac:grpSpMk id="90" creationId="{0DA72C5F-7C6B-7EBF-7B9E-DD4123028650}"/>
          </ac:grpSpMkLst>
        </pc:grpChg>
        <pc:grpChg chg="mod">
          <ac:chgData name="Imazaki, Tomoya/今崎 智也" userId="848bb4c6-b74c-4953-bba0-f0430f4f9f49" providerId="ADAL" clId="{81B252DA-9B23-4C72-917F-0FE9AAF30911}" dt="2025-03-14T07:42:26.046" v="1438" actId="165"/>
          <ac:grpSpMkLst>
            <pc:docMk/>
            <pc:sldMk cId="2785005727" sldId="352"/>
            <ac:grpSpMk id="91" creationId="{702DDA1E-FC42-9E99-A3C5-B3A7BDF47BB3}"/>
          </ac:grpSpMkLst>
        </pc:grpChg>
        <pc:picChg chg="mod topLvl">
          <ac:chgData name="Imazaki, Tomoya/今崎 智也" userId="848bb4c6-b74c-4953-bba0-f0430f4f9f49" providerId="ADAL" clId="{81B252DA-9B23-4C72-917F-0FE9AAF30911}" dt="2025-03-14T07:42:26.046" v="1438" actId="165"/>
          <ac:picMkLst>
            <pc:docMk/>
            <pc:sldMk cId="2785005727" sldId="352"/>
            <ac:picMk id="25" creationId="{2400295C-D2A1-1E82-A90B-604E7B507BB6}"/>
          </ac:picMkLst>
        </pc:picChg>
        <pc:picChg chg="mod topLvl">
          <ac:chgData name="Imazaki, Tomoya/今崎 智也" userId="848bb4c6-b74c-4953-bba0-f0430f4f9f49" providerId="ADAL" clId="{81B252DA-9B23-4C72-917F-0FE9AAF30911}" dt="2025-03-14T07:42:26.046" v="1438" actId="165"/>
          <ac:picMkLst>
            <pc:docMk/>
            <pc:sldMk cId="2785005727" sldId="352"/>
            <ac:picMk id="27" creationId="{54341759-F682-4193-D770-712A6A420D7B}"/>
          </ac:picMkLst>
        </pc:picChg>
        <pc:picChg chg="mod topLvl">
          <ac:chgData name="Imazaki, Tomoya/今崎 智也" userId="848bb4c6-b74c-4953-bba0-f0430f4f9f49" providerId="ADAL" clId="{81B252DA-9B23-4C72-917F-0FE9AAF30911}" dt="2025-03-14T07:42:26.046" v="1438" actId="165"/>
          <ac:picMkLst>
            <pc:docMk/>
            <pc:sldMk cId="2785005727" sldId="352"/>
            <ac:picMk id="29" creationId="{5DC05DEF-EA5B-DA7D-038E-3C538B6C3364}"/>
          </ac:picMkLst>
        </pc:picChg>
        <pc:picChg chg="mod topLvl">
          <ac:chgData name="Imazaki, Tomoya/今崎 智也" userId="848bb4c6-b74c-4953-bba0-f0430f4f9f49" providerId="ADAL" clId="{81B252DA-9B23-4C72-917F-0FE9AAF30911}" dt="2025-03-14T07:42:26.046" v="1438" actId="165"/>
          <ac:picMkLst>
            <pc:docMk/>
            <pc:sldMk cId="2785005727" sldId="352"/>
            <ac:picMk id="30" creationId="{6B42595E-64EA-074A-A486-B52CAF771DEC}"/>
          </ac:picMkLst>
        </pc:picChg>
        <pc:picChg chg="mod topLvl">
          <ac:chgData name="Imazaki, Tomoya/今崎 智也" userId="848bb4c6-b74c-4953-bba0-f0430f4f9f49" providerId="ADAL" clId="{81B252DA-9B23-4C72-917F-0FE9AAF30911}" dt="2025-03-14T07:42:26.046" v="1438" actId="165"/>
          <ac:picMkLst>
            <pc:docMk/>
            <pc:sldMk cId="2785005727" sldId="352"/>
            <ac:picMk id="39" creationId="{8EA0C3A0-7369-0834-1739-7E0AFCBC3A97}"/>
          </ac:picMkLst>
        </pc:picChg>
        <pc:picChg chg="mod topLvl">
          <ac:chgData name="Imazaki, Tomoya/今崎 智也" userId="848bb4c6-b74c-4953-bba0-f0430f4f9f49" providerId="ADAL" clId="{81B252DA-9B23-4C72-917F-0FE9AAF30911}" dt="2025-03-14T07:42:26.046" v="1438" actId="165"/>
          <ac:picMkLst>
            <pc:docMk/>
            <pc:sldMk cId="2785005727" sldId="352"/>
            <ac:picMk id="45" creationId="{0958FE83-ADC1-4E9E-F88D-7F6934CF8F81}"/>
          </ac:picMkLst>
        </pc:picChg>
        <pc:picChg chg="mod topLvl">
          <ac:chgData name="Imazaki, Tomoya/今崎 智也" userId="848bb4c6-b74c-4953-bba0-f0430f4f9f49" providerId="ADAL" clId="{81B252DA-9B23-4C72-917F-0FE9AAF30911}" dt="2025-03-14T07:42:26.046" v="1438" actId="165"/>
          <ac:picMkLst>
            <pc:docMk/>
            <pc:sldMk cId="2785005727" sldId="352"/>
            <ac:picMk id="72" creationId="{B0BD31F5-EB4C-C121-3AA0-46546195A9F7}"/>
          </ac:picMkLst>
        </pc:picChg>
        <pc:picChg chg="mod">
          <ac:chgData name="Imazaki, Tomoya/今崎 智也" userId="848bb4c6-b74c-4953-bba0-f0430f4f9f49" providerId="ADAL" clId="{81B252DA-9B23-4C72-917F-0FE9AAF30911}" dt="2025-03-14T07:42:26.046" v="1438" actId="165"/>
          <ac:picMkLst>
            <pc:docMk/>
            <pc:sldMk cId="2785005727" sldId="352"/>
            <ac:picMk id="77" creationId="{2213F35F-C6F1-C467-BEBD-E0C0F8617895}"/>
          </ac:picMkLst>
        </pc:picChg>
        <pc:picChg chg="mod">
          <ac:chgData name="Imazaki, Tomoya/今崎 智也" userId="848bb4c6-b74c-4953-bba0-f0430f4f9f49" providerId="ADAL" clId="{81B252DA-9B23-4C72-917F-0FE9AAF30911}" dt="2025-03-14T07:42:26.046" v="1438" actId="165"/>
          <ac:picMkLst>
            <pc:docMk/>
            <pc:sldMk cId="2785005727" sldId="352"/>
            <ac:picMk id="78" creationId="{134580FB-40C0-004B-AD63-376D42F441FB}"/>
          </ac:picMkLst>
        </pc:picChg>
        <pc:picChg chg="mod">
          <ac:chgData name="Imazaki, Tomoya/今崎 智也" userId="848bb4c6-b74c-4953-bba0-f0430f4f9f49" providerId="ADAL" clId="{81B252DA-9B23-4C72-917F-0FE9AAF30911}" dt="2025-03-14T07:42:26.046" v="1438" actId="165"/>
          <ac:picMkLst>
            <pc:docMk/>
            <pc:sldMk cId="2785005727" sldId="352"/>
            <ac:picMk id="82" creationId="{DE081180-3378-C2AA-560D-8C5AE5F826C7}"/>
          </ac:picMkLst>
        </pc:picChg>
        <pc:picChg chg="mod">
          <ac:chgData name="Imazaki, Tomoya/今崎 智也" userId="848bb4c6-b74c-4953-bba0-f0430f4f9f49" providerId="ADAL" clId="{81B252DA-9B23-4C72-917F-0FE9AAF30911}" dt="2025-03-14T07:42:26.046" v="1438" actId="165"/>
          <ac:picMkLst>
            <pc:docMk/>
            <pc:sldMk cId="2785005727" sldId="352"/>
            <ac:picMk id="116" creationId="{9A599791-FAC2-D35E-50AB-F354694BBBD4}"/>
          </ac:picMkLst>
        </pc:picChg>
        <pc:picChg chg="mod">
          <ac:chgData name="Imazaki, Tomoya/今崎 智也" userId="848bb4c6-b74c-4953-bba0-f0430f4f9f49" providerId="ADAL" clId="{81B252DA-9B23-4C72-917F-0FE9AAF30911}" dt="2025-03-14T07:42:26.046" v="1438" actId="165"/>
          <ac:picMkLst>
            <pc:docMk/>
            <pc:sldMk cId="2785005727" sldId="352"/>
            <ac:picMk id="117" creationId="{D16E6FDC-5047-8ED0-A0E0-77AE2CFC7B9A}"/>
          </ac:picMkLst>
        </pc:picChg>
        <pc:picChg chg="mod">
          <ac:chgData name="Imazaki, Tomoya/今崎 智也" userId="848bb4c6-b74c-4953-bba0-f0430f4f9f49" providerId="ADAL" clId="{81B252DA-9B23-4C72-917F-0FE9AAF30911}" dt="2025-03-14T07:42:26.046" v="1438" actId="165"/>
          <ac:picMkLst>
            <pc:docMk/>
            <pc:sldMk cId="2785005727" sldId="352"/>
            <ac:picMk id="118" creationId="{BCC2FAC3-05C4-3AEB-F1F3-37FEAF9CDDC5}"/>
          </ac:picMkLst>
        </pc:picChg>
        <pc:picChg chg="mod">
          <ac:chgData name="Imazaki, Tomoya/今崎 智也" userId="848bb4c6-b74c-4953-bba0-f0430f4f9f49" providerId="ADAL" clId="{81B252DA-9B23-4C72-917F-0FE9AAF30911}" dt="2025-03-14T07:42:26.046" v="1438" actId="165"/>
          <ac:picMkLst>
            <pc:docMk/>
            <pc:sldMk cId="2785005727" sldId="352"/>
            <ac:picMk id="119" creationId="{3D948BA2-5F98-1777-632E-271A8236B8BF}"/>
          </ac:picMkLst>
        </pc:picChg>
        <pc:picChg chg="mod">
          <ac:chgData name="Imazaki, Tomoya/今崎 智也" userId="848bb4c6-b74c-4953-bba0-f0430f4f9f49" providerId="ADAL" clId="{81B252DA-9B23-4C72-917F-0FE9AAF30911}" dt="2025-03-14T07:42:26.046" v="1438" actId="165"/>
          <ac:picMkLst>
            <pc:docMk/>
            <pc:sldMk cId="2785005727" sldId="352"/>
            <ac:picMk id="120" creationId="{4EB7DAAD-6755-02FF-2709-91E10ED49368}"/>
          </ac:picMkLst>
        </pc:picChg>
      </pc:sldChg>
      <pc:sldChg chg="addSp modSp add">
        <pc:chgData name="Imazaki, Tomoya/今崎 智也" userId="848bb4c6-b74c-4953-bba0-f0430f4f9f49" providerId="ADAL" clId="{81B252DA-9B23-4C72-917F-0FE9AAF30911}" dt="2025-03-14T07:43:01.791" v="1440"/>
        <pc:sldMkLst>
          <pc:docMk/>
          <pc:sldMk cId="4274814637" sldId="353"/>
        </pc:sldMkLst>
        <pc:spChg chg="add mod">
          <ac:chgData name="Imazaki, Tomoya/今崎 智也" userId="848bb4c6-b74c-4953-bba0-f0430f4f9f49" providerId="ADAL" clId="{81B252DA-9B23-4C72-917F-0FE9AAF30911}" dt="2025-03-14T07:43:01.791" v="1440"/>
          <ac:spMkLst>
            <pc:docMk/>
            <pc:sldMk cId="4274814637" sldId="353"/>
            <ac:spMk id="2" creationId="{48EF356E-F587-08C8-4A1C-AC765081FE2B}"/>
          </ac:spMkLst>
        </pc:spChg>
        <pc:spChg chg="add mod">
          <ac:chgData name="Imazaki, Tomoya/今崎 智也" userId="848bb4c6-b74c-4953-bba0-f0430f4f9f49" providerId="ADAL" clId="{81B252DA-9B23-4C72-917F-0FE9AAF30911}" dt="2025-03-14T07:43:01.791" v="1440"/>
          <ac:spMkLst>
            <pc:docMk/>
            <pc:sldMk cId="4274814637" sldId="353"/>
            <ac:spMk id="4" creationId="{A674583D-5F6F-6B9E-38AB-B963B9216658}"/>
          </ac:spMkLst>
        </pc:spChg>
        <pc:spChg chg="add mod">
          <ac:chgData name="Imazaki, Tomoya/今崎 智也" userId="848bb4c6-b74c-4953-bba0-f0430f4f9f49" providerId="ADAL" clId="{81B252DA-9B23-4C72-917F-0FE9AAF30911}" dt="2025-03-14T07:43:01.791" v="1440"/>
          <ac:spMkLst>
            <pc:docMk/>
            <pc:sldMk cId="4274814637" sldId="353"/>
            <ac:spMk id="6" creationId="{453C45AA-0B38-3CB8-CB2D-71CB93A14E8A}"/>
          </ac:spMkLst>
        </pc:spChg>
        <pc:spChg chg="add mod">
          <ac:chgData name="Imazaki, Tomoya/今崎 智也" userId="848bb4c6-b74c-4953-bba0-f0430f4f9f49" providerId="ADAL" clId="{81B252DA-9B23-4C72-917F-0FE9AAF30911}" dt="2025-03-14T07:43:01.791" v="1440"/>
          <ac:spMkLst>
            <pc:docMk/>
            <pc:sldMk cId="4274814637" sldId="353"/>
            <ac:spMk id="7" creationId="{E12B4B50-A9CA-A5B7-6483-ED23675A44CB}"/>
          </ac:spMkLst>
        </pc:spChg>
        <pc:spChg chg="add mod">
          <ac:chgData name="Imazaki, Tomoya/今崎 智也" userId="848bb4c6-b74c-4953-bba0-f0430f4f9f49" providerId="ADAL" clId="{81B252DA-9B23-4C72-917F-0FE9AAF30911}" dt="2025-03-14T07:43:01.791" v="1440"/>
          <ac:spMkLst>
            <pc:docMk/>
            <pc:sldMk cId="4274814637" sldId="353"/>
            <ac:spMk id="9" creationId="{AA6EA07E-21C9-4DC4-6DE7-B8BC3A8ACC70}"/>
          </ac:spMkLst>
        </pc:spChg>
        <pc:spChg chg="add mod">
          <ac:chgData name="Imazaki, Tomoya/今崎 智也" userId="848bb4c6-b74c-4953-bba0-f0430f4f9f49" providerId="ADAL" clId="{81B252DA-9B23-4C72-917F-0FE9AAF30911}" dt="2025-03-14T07:43:01.791" v="1440"/>
          <ac:spMkLst>
            <pc:docMk/>
            <pc:sldMk cId="4274814637" sldId="353"/>
            <ac:spMk id="13" creationId="{463CA9F6-C15F-CE24-9C20-DF0BB09250C1}"/>
          </ac:spMkLst>
        </pc:spChg>
        <pc:spChg chg="add mod">
          <ac:chgData name="Imazaki, Tomoya/今崎 智也" userId="848bb4c6-b74c-4953-bba0-f0430f4f9f49" providerId="ADAL" clId="{81B252DA-9B23-4C72-917F-0FE9AAF30911}" dt="2025-03-14T07:43:01.791" v="1440"/>
          <ac:spMkLst>
            <pc:docMk/>
            <pc:sldMk cId="4274814637" sldId="353"/>
            <ac:spMk id="14" creationId="{B2E55A5A-770A-8F1B-2F4B-75410CE629A7}"/>
          </ac:spMkLst>
        </pc:spChg>
        <pc:spChg chg="add mod">
          <ac:chgData name="Imazaki, Tomoya/今崎 智也" userId="848bb4c6-b74c-4953-bba0-f0430f4f9f49" providerId="ADAL" clId="{81B252DA-9B23-4C72-917F-0FE9AAF30911}" dt="2025-03-14T07:43:01.791" v="1440"/>
          <ac:spMkLst>
            <pc:docMk/>
            <pc:sldMk cId="4274814637" sldId="353"/>
            <ac:spMk id="15" creationId="{7C17B045-A55E-5BDA-BB7F-A4015E24F8FB}"/>
          </ac:spMkLst>
        </pc:spChg>
        <pc:spChg chg="add mod">
          <ac:chgData name="Imazaki, Tomoya/今崎 智也" userId="848bb4c6-b74c-4953-bba0-f0430f4f9f49" providerId="ADAL" clId="{81B252DA-9B23-4C72-917F-0FE9AAF30911}" dt="2025-03-14T07:43:01.791" v="1440"/>
          <ac:spMkLst>
            <pc:docMk/>
            <pc:sldMk cId="4274814637" sldId="353"/>
            <ac:spMk id="16" creationId="{CEEF8058-9230-D465-4058-BC7B8C111E16}"/>
          </ac:spMkLst>
        </pc:spChg>
        <pc:spChg chg="add mod">
          <ac:chgData name="Imazaki, Tomoya/今崎 智也" userId="848bb4c6-b74c-4953-bba0-f0430f4f9f49" providerId="ADAL" clId="{81B252DA-9B23-4C72-917F-0FE9AAF30911}" dt="2025-03-14T07:43:01.791" v="1440"/>
          <ac:spMkLst>
            <pc:docMk/>
            <pc:sldMk cId="4274814637" sldId="353"/>
            <ac:spMk id="17" creationId="{FB092203-58F0-8574-4A1F-B2C7E22DFEDB}"/>
          </ac:spMkLst>
        </pc:spChg>
        <pc:spChg chg="add mod">
          <ac:chgData name="Imazaki, Tomoya/今崎 智也" userId="848bb4c6-b74c-4953-bba0-f0430f4f9f49" providerId="ADAL" clId="{81B252DA-9B23-4C72-917F-0FE9AAF30911}" dt="2025-03-14T07:43:01.791" v="1440"/>
          <ac:spMkLst>
            <pc:docMk/>
            <pc:sldMk cId="4274814637" sldId="353"/>
            <ac:spMk id="18" creationId="{4EEEE5B5-A6DE-D5FA-B332-6D66FE65FFA0}"/>
          </ac:spMkLst>
        </pc:spChg>
        <pc:spChg chg="add mod">
          <ac:chgData name="Imazaki, Tomoya/今崎 智也" userId="848bb4c6-b74c-4953-bba0-f0430f4f9f49" providerId="ADAL" clId="{81B252DA-9B23-4C72-917F-0FE9AAF30911}" dt="2025-03-14T07:43:01.791" v="1440"/>
          <ac:spMkLst>
            <pc:docMk/>
            <pc:sldMk cId="4274814637" sldId="353"/>
            <ac:spMk id="19" creationId="{15B0EBE3-07E1-C2A9-0774-7851DB1897C3}"/>
          </ac:spMkLst>
        </pc:spChg>
        <pc:spChg chg="add mod">
          <ac:chgData name="Imazaki, Tomoya/今崎 智也" userId="848bb4c6-b74c-4953-bba0-f0430f4f9f49" providerId="ADAL" clId="{81B252DA-9B23-4C72-917F-0FE9AAF30911}" dt="2025-03-14T07:43:01.791" v="1440"/>
          <ac:spMkLst>
            <pc:docMk/>
            <pc:sldMk cId="4274814637" sldId="353"/>
            <ac:spMk id="20" creationId="{B5C2F676-4FDF-38F4-2E52-2D20F920F305}"/>
          </ac:spMkLst>
        </pc:spChg>
        <pc:spChg chg="add mod">
          <ac:chgData name="Imazaki, Tomoya/今崎 智也" userId="848bb4c6-b74c-4953-bba0-f0430f4f9f49" providerId="ADAL" clId="{81B252DA-9B23-4C72-917F-0FE9AAF30911}" dt="2025-03-14T07:43:01.791" v="1440"/>
          <ac:spMkLst>
            <pc:docMk/>
            <pc:sldMk cId="4274814637" sldId="353"/>
            <ac:spMk id="21" creationId="{DD334EF1-151C-1AD3-80AF-B727C07C8541}"/>
          </ac:spMkLst>
        </pc:spChg>
        <pc:spChg chg="add mod">
          <ac:chgData name="Imazaki, Tomoya/今崎 智也" userId="848bb4c6-b74c-4953-bba0-f0430f4f9f49" providerId="ADAL" clId="{81B252DA-9B23-4C72-917F-0FE9AAF30911}" dt="2025-03-14T07:43:01.791" v="1440"/>
          <ac:spMkLst>
            <pc:docMk/>
            <pc:sldMk cId="4274814637" sldId="353"/>
            <ac:spMk id="26" creationId="{B8D5D7F2-4DBB-61A7-2750-C35711DA9818}"/>
          </ac:spMkLst>
        </pc:spChg>
        <pc:spChg chg="add mod">
          <ac:chgData name="Imazaki, Tomoya/今崎 智也" userId="848bb4c6-b74c-4953-bba0-f0430f4f9f49" providerId="ADAL" clId="{81B252DA-9B23-4C72-917F-0FE9AAF30911}" dt="2025-03-14T07:43:01.791" v="1440"/>
          <ac:spMkLst>
            <pc:docMk/>
            <pc:sldMk cId="4274814637" sldId="353"/>
            <ac:spMk id="27" creationId="{D0192ACF-A1C6-6614-F0A4-A33281B6A0E7}"/>
          </ac:spMkLst>
        </pc:spChg>
        <pc:spChg chg="add mod">
          <ac:chgData name="Imazaki, Tomoya/今崎 智也" userId="848bb4c6-b74c-4953-bba0-f0430f4f9f49" providerId="ADAL" clId="{81B252DA-9B23-4C72-917F-0FE9AAF30911}" dt="2025-03-14T07:43:01.791" v="1440"/>
          <ac:spMkLst>
            <pc:docMk/>
            <pc:sldMk cId="4274814637" sldId="353"/>
            <ac:spMk id="28" creationId="{3F930409-2F6D-87E1-B5B9-E88A1E2EEB0B}"/>
          </ac:spMkLst>
        </pc:spChg>
        <pc:spChg chg="add mod">
          <ac:chgData name="Imazaki, Tomoya/今崎 智也" userId="848bb4c6-b74c-4953-bba0-f0430f4f9f49" providerId="ADAL" clId="{81B252DA-9B23-4C72-917F-0FE9AAF30911}" dt="2025-03-14T07:43:01.791" v="1440"/>
          <ac:spMkLst>
            <pc:docMk/>
            <pc:sldMk cId="4274814637" sldId="353"/>
            <ac:spMk id="29" creationId="{4ECC5189-510E-267D-3456-1A397C225F91}"/>
          </ac:spMkLst>
        </pc:spChg>
        <pc:spChg chg="add mod">
          <ac:chgData name="Imazaki, Tomoya/今崎 智也" userId="848bb4c6-b74c-4953-bba0-f0430f4f9f49" providerId="ADAL" clId="{81B252DA-9B23-4C72-917F-0FE9AAF30911}" dt="2025-03-14T07:43:01.791" v="1440"/>
          <ac:spMkLst>
            <pc:docMk/>
            <pc:sldMk cId="4274814637" sldId="353"/>
            <ac:spMk id="30" creationId="{65EB0379-2EAA-2AB3-276E-4C38306B5C65}"/>
          </ac:spMkLst>
        </pc:spChg>
        <pc:spChg chg="add mod">
          <ac:chgData name="Imazaki, Tomoya/今崎 智也" userId="848bb4c6-b74c-4953-bba0-f0430f4f9f49" providerId="ADAL" clId="{81B252DA-9B23-4C72-917F-0FE9AAF30911}" dt="2025-03-14T07:43:01.791" v="1440"/>
          <ac:spMkLst>
            <pc:docMk/>
            <pc:sldMk cId="4274814637" sldId="353"/>
            <ac:spMk id="34" creationId="{350CA942-DF53-D0CC-7D9D-93C7A742BC65}"/>
          </ac:spMkLst>
        </pc:spChg>
        <pc:spChg chg="add mod">
          <ac:chgData name="Imazaki, Tomoya/今崎 智也" userId="848bb4c6-b74c-4953-bba0-f0430f4f9f49" providerId="ADAL" clId="{81B252DA-9B23-4C72-917F-0FE9AAF30911}" dt="2025-03-14T07:43:01.791" v="1440"/>
          <ac:spMkLst>
            <pc:docMk/>
            <pc:sldMk cId="4274814637" sldId="353"/>
            <ac:spMk id="39" creationId="{3148048F-32B3-B78F-ACAE-BFC373D952F3}"/>
          </ac:spMkLst>
        </pc:spChg>
        <pc:spChg chg="add mod">
          <ac:chgData name="Imazaki, Tomoya/今崎 智也" userId="848bb4c6-b74c-4953-bba0-f0430f4f9f49" providerId="ADAL" clId="{81B252DA-9B23-4C72-917F-0FE9AAF30911}" dt="2025-03-14T07:43:01.791" v="1440"/>
          <ac:spMkLst>
            <pc:docMk/>
            <pc:sldMk cId="4274814637" sldId="353"/>
            <ac:spMk id="74" creationId="{62607E34-E73E-73D5-AC70-1BBCA9B0C4F3}"/>
          </ac:spMkLst>
        </pc:spChg>
        <pc:spChg chg="add mod">
          <ac:chgData name="Imazaki, Tomoya/今崎 智也" userId="848bb4c6-b74c-4953-bba0-f0430f4f9f49" providerId="ADAL" clId="{81B252DA-9B23-4C72-917F-0FE9AAF30911}" dt="2025-03-14T07:43:01.791" v="1440"/>
          <ac:spMkLst>
            <pc:docMk/>
            <pc:sldMk cId="4274814637" sldId="353"/>
            <ac:spMk id="75" creationId="{0F5602F9-8130-FEAE-5AFB-96529D07ABD2}"/>
          </ac:spMkLst>
        </pc:spChg>
        <pc:spChg chg="add mod">
          <ac:chgData name="Imazaki, Tomoya/今崎 智也" userId="848bb4c6-b74c-4953-bba0-f0430f4f9f49" providerId="ADAL" clId="{81B252DA-9B23-4C72-917F-0FE9AAF30911}" dt="2025-03-14T07:43:01.791" v="1440"/>
          <ac:spMkLst>
            <pc:docMk/>
            <pc:sldMk cId="4274814637" sldId="353"/>
            <ac:spMk id="76" creationId="{AC48BF6A-F053-2456-C249-903CED476263}"/>
          </ac:spMkLst>
        </pc:spChg>
        <pc:spChg chg="add mod">
          <ac:chgData name="Imazaki, Tomoya/今崎 智也" userId="848bb4c6-b74c-4953-bba0-f0430f4f9f49" providerId="ADAL" clId="{81B252DA-9B23-4C72-917F-0FE9AAF30911}" dt="2025-03-14T07:43:01.791" v="1440"/>
          <ac:spMkLst>
            <pc:docMk/>
            <pc:sldMk cId="4274814637" sldId="353"/>
            <ac:spMk id="77" creationId="{E10D7C31-D4AF-8C61-D547-670FC8957F82}"/>
          </ac:spMkLst>
        </pc:spChg>
        <pc:spChg chg="add mod">
          <ac:chgData name="Imazaki, Tomoya/今崎 智也" userId="848bb4c6-b74c-4953-bba0-f0430f4f9f49" providerId="ADAL" clId="{81B252DA-9B23-4C72-917F-0FE9AAF30911}" dt="2025-03-14T07:43:01.791" v="1440"/>
          <ac:spMkLst>
            <pc:docMk/>
            <pc:sldMk cId="4274814637" sldId="353"/>
            <ac:spMk id="78" creationId="{4AC50AE8-531D-A51D-031A-990BCB600218}"/>
          </ac:spMkLst>
        </pc:spChg>
        <pc:spChg chg="add mod">
          <ac:chgData name="Imazaki, Tomoya/今崎 智也" userId="848bb4c6-b74c-4953-bba0-f0430f4f9f49" providerId="ADAL" clId="{81B252DA-9B23-4C72-917F-0FE9AAF30911}" dt="2025-03-14T07:43:01.791" v="1440"/>
          <ac:spMkLst>
            <pc:docMk/>
            <pc:sldMk cId="4274814637" sldId="353"/>
            <ac:spMk id="79" creationId="{D148842B-7774-9FCC-AD5B-356606F08AD9}"/>
          </ac:spMkLst>
        </pc:spChg>
        <pc:picChg chg="add mod">
          <ac:chgData name="Imazaki, Tomoya/今崎 智也" userId="848bb4c6-b74c-4953-bba0-f0430f4f9f49" providerId="ADAL" clId="{81B252DA-9B23-4C72-917F-0FE9AAF30911}" dt="2025-03-14T07:43:01.791" v="1440"/>
          <ac:picMkLst>
            <pc:docMk/>
            <pc:sldMk cId="4274814637" sldId="353"/>
            <ac:picMk id="22" creationId="{4A5CF269-459A-8790-55AC-BE8D046A00C8}"/>
          </ac:picMkLst>
        </pc:picChg>
        <pc:picChg chg="add mod">
          <ac:chgData name="Imazaki, Tomoya/今崎 智也" userId="848bb4c6-b74c-4953-bba0-f0430f4f9f49" providerId="ADAL" clId="{81B252DA-9B23-4C72-917F-0FE9AAF30911}" dt="2025-03-14T07:43:01.791" v="1440"/>
          <ac:picMkLst>
            <pc:docMk/>
            <pc:sldMk cId="4274814637" sldId="353"/>
            <ac:picMk id="23" creationId="{7E6DCA7B-1D9F-0DDC-F8D7-F64F1B58B7A1}"/>
          </ac:picMkLst>
        </pc:picChg>
        <pc:picChg chg="add mod">
          <ac:chgData name="Imazaki, Tomoya/今崎 智也" userId="848bb4c6-b74c-4953-bba0-f0430f4f9f49" providerId="ADAL" clId="{81B252DA-9B23-4C72-917F-0FE9AAF30911}" dt="2025-03-14T07:43:01.791" v="1440"/>
          <ac:picMkLst>
            <pc:docMk/>
            <pc:sldMk cId="4274814637" sldId="353"/>
            <ac:picMk id="25" creationId="{EFBC292D-9D0E-678E-8E67-9C68DF1DE68D}"/>
          </ac:picMkLst>
        </pc:picChg>
        <pc:picChg chg="add mod">
          <ac:chgData name="Imazaki, Tomoya/今崎 智也" userId="848bb4c6-b74c-4953-bba0-f0430f4f9f49" providerId="ADAL" clId="{81B252DA-9B23-4C72-917F-0FE9AAF30911}" dt="2025-03-14T07:43:01.791" v="1440"/>
          <ac:picMkLst>
            <pc:docMk/>
            <pc:sldMk cId="4274814637" sldId="353"/>
            <ac:picMk id="31" creationId="{9C6769C5-3345-36B3-0B0C-C919FC0C7915}"/>
          </ac:picMkLst>
        </pc:picChg>
        <pc:picChg chg="add mod">
          <ac:chgData name="Imazaki, Tomoya/今崎 智也" userId="848bb4c6-b74c-4953-bba0-f0430f4f9f49" providerId="ADAL" clId="{81B252DA-9B23-4C72-917F-0FE9AAF30911}" dt="2025-03-14T07:43:01.791" v="1440"/>
          <ac:picMkLst>
            <pc:docMk/>
            <pc:sldMk cId="4274814637" sldId="353"/>
            <ac:picMk id="35" creationId="{4C369000-8F2A-2E48-D5FC-479F0E9890CE}"/>
          </ac:picMkLst>
        </pc:picChg>
        <pc:picChg chg="add mod">
          <ac:chgData name="Imazaki, Tomoya/今崎 智也" userId="848bb4c6-b74c-4953-bba0-f0430f4f9f49" providerId="ADAL" clId="{81B252DA-9B23-4C72-917F-0FE9AAF30911}" dt="2025-03-14T07:43:01.791" v="1440"/>
          <ac:picMkLst>
            <pc:docMk/>
            <pc:sldMk cId="4274814637" sldId="353"/>
            <ac:picMk id="41" creationId="{54B1B39C-1641-0986-0AD3-B84553A62822}"/>
          </ac:picMkLst>
        </pc:picChg>
        <pc:picChg chg="add mod">
          <ac:chgData name="Imazaki, Tomoya/今崎 智也" userId="848bb4c6-b74c-4953-bba0-f0430f4f9f49" providerId="ADAL" clId="{81B252DA-9B23-4C72-917F-0FE9AAF30911}" dt="2025-03-14T07:43:01.791" v="1440"/>
          <ac:picMkLst>
            <pc:docMk/>
            <pc:sldMk cId="4274814637" sldId="353"/>
            <ac:picMk id="43" creationId="{75769FBF-ECF3-733B-75D8-B7DC54F3C00D}"/>
          </ac:picMkLst>
        </pc:picChg>
        <pc:picChg chg="add mod">
          <ac:chgData name="Imazaki, Tomoya/今崎 智也" userId="848bb4c6-b74c-4953-bba0-f0430f4f9f49" providerId="ADAL" clId="{81B252DA-9B23-4C72-917F-0FE9AAF30911}" dt="2025-03-14T07:43:01.791" v="1440"/>
          <ac:picMkLst>
            <pc:docMk/>
            <pc:sldMk cId="4274814637" sldId="353"/>
            <ac:picMk id="45" creationId="{3D41146A-EBAF-376F-E312-EB9E2F0D8764}"/>
          </ac:picMkLst>
        </pc:picChg>
        <pc:picChg chg="add mod">
          <ac:chgData name="Imazaki, Tomoya/今崎 智也" userId="848bb4c6-b74c-4953-bba0-f0430f4f9f49" providerId="ADAL" clId="{81B252DA-9B23-4C72-917F-0FE9AAF30911}" dt="2025-03-14T07:43:01.791" v="1440"/>
          <ac:picMkLst>
            <pc:docMk/>
            <pc:sldMk cId="4274814637" sldId="353"/>
            <ac:picMk id="72" creationId="{723E2305-4A70-6D6C-2BFB-69BD3577786A}"/>
          </ac:picMkLst>
        </pc:picChg>
        <pc:picChg chg="add mod">
          <ac:chgData name="Imazaki, Tomoya/今崎 智也" userId="848bb4c6-b74c-4953-bba0-f0430f4f9f49" providerId="ADAL" clId="{81B252DA-9B23-4C72-917F-0FE9AAF30911}" dt="2025-03-14T07:43:01.791" v="1440"/>
          <ac:picMkLst>
            <pc:docMk/>
            <pc:sldMk cId="4274814637" sldId="353"/>
            <ac:picMk id="73" creationId="{E2D5D2F6-74F2-2F42-47D6-5059FE0B02D1}"/>
          </ac:picMkLst>
        </pc:picChg>
      </pc:sldChg>
      <pc:sldChg chg="addSp modSp add">
        <pc:chgData name="Imazaki, Tomoya/今崎 智也" userId="848bb4c6-b74c-4953-bba0-f0430f4f9f49" providerId="ADAL" clId="{81B252DA-9B23-4C72-917F-0FE9AAF30911}" dt="2025-03-14T07:43:26.067" v="1441"/>
        <pc:sldMkLst>
          <pc:docMk/>
          <pc:sldMk cId="3234119211" sldId="354"/>
        </pc:sldMkLst>
        <pc:spChg chg="mod">
          <ac:chgData name="Imazaki, Tomoya/今崎 智也" userId="848bb4c6-b74c-4953-bba0-f0430f4f9f49" providerId="ADAL" clId="{81B252DA-9B23-4C72-917F-0FE9AAF30911}" dt="2025-03-14T07:43:26.067" v="1441"/>
          <ac:spMkLst>
            <pc:docMk/>
            <pc:sldMk cId="3234119211" sldId="354"/>
            <ac:spMk id="4" creationId="{1C306A37-B8A3-4CB3-557F-A9F85894D5CE}"/>
          </ac:spMkLst>
        </pc:spChg>
        <pc:spChg chg="mod">
          <ac:chgData name="Imazaki, Tomoya/今崎 智也" userId="848bb4c6-b74c-4953-bba0-f0430f4f9f49" providerId="ADAL" clId="{81B252DA-9B23-4C72-917F-0FE9AAF30911}" dt="2025-03-14T07:43:26.067" v="1441"/>
          <ac:spMkLst>
            <pc:docMk/>
            <pc:sldMk cId="3234119211" sldId="354"/>
            <ac:spMk id="6" creationId="{33C2958A-CC87-DBB1-36C0-9D6769D4063C}"/>
          </ac:spMkLst>
        </pc:spChg>
        <pc:spChg chg="mod">
          <ac:chgData name="Imazaki, Tomoya/今崎 智也" userId="848bb4c6-b74c-4953-bba0-f0430f4f9f49" providerId="ADAL" clId="{81B252DA-9B23-4C72-917F-0FE9AAF30911}" dt="2025-03-14T07:43:26.067" v="1441"/>
          <ac:spMkLst>
            <pc:docMk/>
            <pc:sldMk cId="3234119211" sldId="354"/>
            <ac:spMk id="7" creationId="{4F5EA004-C316-0028-A947-B0ED4E3D2B66}"/>
          </ac:spMkLst>
        </pc:spChg>
        <pc:spChg chg="mod">
          <ac:chgData name="Imazaki, Tomoya/今崎 智也" userId="848bb4c6-b74c-4953-bba0-f0430f4f9f49" providerId="ADAL" clId="{81B252DA-9B23-4C72-917F-0FE9AAF30911}" dt="2025-03-14T07:43:26.067" v="1441"/>
          <ac:spMkLst>
            <pc:docMk/>
            <pc:sldMk cId="3234119211" sldId="354"/>
            <ac:spMk id="9" creationId="{B75E7938-607F-168E-39E5-8F319E7E913C}"/>
          </ac:spMkLst>
        </pc:spChg>
        <pc:spChg chg="mod">
          <ac:chgData name="Imazaki, Tomoya/今崎 智也" userId="848bb4c6-b74c-4953-bba0-f0430f4f9f49" providerId="ADAL" clId="{81B252DA-9B23-4C72-917F-0FE9AAF30911}" dt="2025-03-14T07:43:26.067" v="1441"/>
          <ac:spMkLst>
            <pc:docMk/>
            <pc:sldMk cId="3234119211" sldId="354"/>
            <ac:spMk id="13" creationId="{DEFB1D7A-72E9-3157-51A9-CE9CC91BA27B}"/>
          </ac:spMkLst>
        </pc:spChg>
        <pc:spChg chg="mod">
          <ac:chgData name="Imazaki, Tomoya/今崎 智也" userId="848bb4c6-b74c-4953-bba0-f0430f4f9f49" providerId="ADAL" clId="{81B252DA-9B23-4C72-917F-0FE9AAF30911}" dt="2025-03-14T07:43:26.067" v="1441"/>
          <ac:spMkLst>
            <pc:docMk/>
            <pc:sldMk cId="3234119211" sldId="354"/>
            <ac:spMk id="14" creationId="{E25FD832-817E-9D32-83EA-77677CE09939}"/>
          </ac:spMkLst>
        </pc:spChg>
        <pc:spChg chg="mod">
          <ac:chgData name="Imazaki, Tomoya/今崎 智也" userId="848bb4c6-b74c-4953-bba0-f0430f4f9f49" providerId="ADAL" clId="{81B252DA-9B23-4C72-917F-0FE9AAF30911}" dt="2025-03-14T07:43:26.067" v="1441"/>
          <ac:spMkLst>
            <pc:docMk/>
            <pc:sldMk cId="3234119211" sldId="354"/>
            <ac:spMk id="15" creationId="{495C3BB1-70F5-E303-ABB5-97E99992AD4B}"/>
          </ac:spMkLst>
        </pc:spChg>
        <pc:spChg chg="mod">
          <ac:chgData name="Imazaki, Tomoya/今崎 智也" userId="848bb4c6-b74c-4953-bba0-f0430f4f9f49" providerId="ADAL" clId="{81B252DA-9B23-4C72-917F-0FE9AAF30911}" dt="2025-03-14T07:43:26.067" v="1441"/>
          <ac:spMkLst>
            <pc:docMk/>
            <pc:sldMk cId="3234119211" sldId="354"/>
            <ac:spMk id="16" creationId="{EB793BBA-43D6-B4CC-FB88-73638DA90539}"/>
          </ac:spMkLst>
        </pc:spChg>
        <pc:spChg chg="mod">
          <ac:chgData name="Imazaki, Tomoya/今崎 智也" userId="848bb4c6-b74c-4953-bba0-f0430f4f9f49" providerId="ADAL" clId="{81B252DA-9B23-4C72-917F-0FE9AAF30911}" dt="2025-03-14T07:43:26.067" v="1441"/>
          <ac:spMkLst>
            <pc:docMk/>
            <pc:sldMk cId="3234119211" sldId="354"/>
            <ac:spMk id="17" creationId="{FC81F952-4B15-FE1E-7EA6-6CE6021A4167}"/>
          </ac:spMkLst>
        </pc:spChg>
        <pc:spChg chg="mod">
          <ac:chgData name="Imazaki, Tomoya/今崎 智也" userId="848bb4c6-b74c-4953-bba0-f0430f4f9f49" providerId="ADAL" clId="{81B252DA-9B23-4C72-917F-0FE9AAF30911}" dt="2025-03-14T07:43:26.067" v="1441"/>
          <ac:spMkLst>
            <pc:docMk/>
            <pc:sldMk cId="3234119211" sldId="354"/>
            <ac:spMk id="18" creationId="{055D2F69-4FDC-412E-1082-62905ACA3345}"/>
          </ac:spMkLst>
        </pc:spChg>
        <pc:spChg chg="mod">
          <ac:chgData name="Imazaki, Tomoya/今崎 智也" userId="848bb4c6-b74c-4953-bba0-f0430f4f9f49" providerId="ADAL" clId="{81B252DA-9B23-4C72-917F-0FE9AAF30911}" dt="2025-03-14T07:43:26.067" v="1441"/>
          <ac:spMkLst>
            <pc:docMk/>
            <pc:sldMk cId="3234119211" sldId="354"/>
            <ac:spMk id="19" creationId="{581C0F49-4D47-F59D-3E1E-C496FBBCD919}"/>
          </ac:spMkLst>
        </pc:spChg>
        <pc:spChg chg="mod">
          <ac:chgData name="Imazaki, Tomoya/今崎 智也" userId="848bb4c6-b74c-4953-bba0-f0430f4f9f49" providerId="ADAL" clId="{81B252DA-9B23-4C72-917F-0FE9AAF30911}" dt="2025-03-14T07:43:26.067" v="1441"/>
          <ac:spMkLst>
            <pc:docMk/>
            <pc:sldMk cId="3234119211" sldId="354"/>
            <ac:spMk id="20" creationId="{ED8F36F4-1425-A691-7DDB-F1C2A7AF5960}"/>
          </ac:spMkLst>
        </pc:spChg>
        <pc:spChg chg="mod">
          <ac:chgData name="Imazaki, Tomoya/今崎 智也" userId="848bb4c6-b74c-4953-bba0-f0430f4f9f49" providerId="ADAL" clId="{81B252DA-9B23-4C72-917F-0FE9AAF30911}" dt="2025-03-14T07:43:26.067" v="1441"/>
          <ac:spMkLst>
            <pc:docMk/>
            <pc:sldMk cId="3234119211" sldId="354"/>
            <ac:spMk id="21" creationId="{DC528704-313A-7408-15A9-B6FFF291BC0F}"/>
          </ac:spMkLst>
        </pc:spChg>
        <pc:spChg chg="mod">
          <ac:chgData name="Imazaki, Tomoya/今崎 智也" userId="848bb4c6-b74c-4953-bba0-f0430f4f9f49" providerId="ADAL" clId="{81B252DA-9B23-4C72-917F-0FE9AAF30911}" dt="2025-03-14T07:43:26.067" v="1441"/>
          <ac:spMkLst>
            <pc:docMk/>
            <pc:sldMk cId="3234119211" sldId="354"/>
            <ac:spMk id="22" creationId="{22F8B172-BB92-F6BF-1A00-D700B31DE83E}"/>
          </ac:spMkLst>
        </pc:spChg>
        <pc:spChg chg="mod">
          <ac:chgData name="Imazaki, Tomoya/今崎 智也" userId="848bb4c6-b74c-4953-bba0-f0430f4f9f49" providerId="ADAL" clId="{81B252DA-9B23-4C72-917F-0FE9AAF30911}" dt="2025-03-14T07:43:26.067" v="1441"/>
          <ac:spMkLst>
            <pc:docMk/>
            <pc:sldMk cId="3234119211" sldId="354"/>
            <ac:spMk id="23" creationId="{7E77C63E-AE25-2B1A-3E93-C9AF873416E8}"/>
          </ac:spMkLst>
        </pc:spChg>
        <pc:spChg chg="mod">
          <ac:chgData name="Imazaki, Tomoya/今崎 智也" userId="848bb4c6-b74c-4953-bba0-f0430f4f9f49" providerId="ADAL" clId="{81B252DA-9B23-4C72-917F-0FE9AAF30911}" dt="2025-03-14T07:43:26.067" v="1441"/>
          <ac:spMkLst>
            <pc:docMk/>
            <pc:sldMk cId="3234119211" sldId="354"/>
            <ac:spMk id="25" creationId="{66C16C98-B5F7-819E-30B3-88DA896DC6D4}"/>
          </ac:spMkLst>
        </pc:spChg>
        <pc:spChg chg="mod">
          <ac:chgData name="Imazaki, Tomoya/今崎 智也" userId="848bb4c6-b74c-4953-bba0-f0430f4f9f49" providerId="ADAL" clId="{81B252DA-9B23-4C72-917F-0FE9AAF30911}" dt="2025-03-14T07:43:26.067" v="1441"/>
          <ac:spMkLst>
            <pc:docMk/>
            <pc:sldMk cId="3234119211" sldId="354"/>
            <ac:spMk id="26" creationId="{D68A4230-6ECE-55AD-F702-7F99FFE6D754}"/>
          </ac:spMkLst>
        </pc:spChg>
        <pc:spChg chg="mod">
          <ac:chgData name="Imazaki, Tomoya/今崎 智也" userId="848bb4c6-b74c-4953-bba0-f0430f4f9f49" providerId="ADAL" clId="{81B252DA-9B23-4C72-917F-0FE9AAF30911}" dt="2025-03-14T07:43:26.067" v="1441"/>
          <ac:spMkLst>
            <pc:docMk/>
            <pc:sldMk cId="3234119211" sldId="354"/>
            <ac:spMk id="27" creationId="{29E89222-399D-0215-9EEF-A167DAECF7BC}"/>
          </ac:spMkLst>
        </pc:spChg>
        <pc:spChg chg="mod">
          <ac:chgData name="Imazaki, Tomoya/今崎 智也" userId="848bb4c6-b74c-4953-bba0-f0430f4f9f49" providerId="ADAL" clId="{81B252DA-9B23-4C72-917F-0FE9AAF30911}" dt="2025-03-14T07:43:26.067" v="1441"/>
          <ac:spMkLst>
            <pc:docMk/>
            <pc:sldMk cId="3234119211" sldId="354"/>
            <ac:spMk id="28" creationId="{97BF5ED6-01B3-EF98-3788-3D0721DA199F}"/>
          </ac:spMkLst>
        </pc:spChg>
        <pc:spChg chg="mod">
          <ac:chgData name="Imazaki, Tomoya/今崎 智也" userId="848bb4c6-b74c-4953-bba0-f0430f4f9f49" providerId="ADAL" clId="{81B252DA-9B23-4C72-917F-0FE9AAF30911}" dt="2025-03-14T07:43:26.067" v="1441"/>
          <ac:spMkLst>
            <pc:docMk/>
            <pc:sldMk cId="3234119211" sldId="354"/>
            <ac:spMk id="30" creationId="{AF905715-DCD1-73C2-49FD-ED2A8776BC4F}"/>
          </ac:spMkLst>
        </pc:spChg>
        <pc:spChg chg="mod">
          <ac:chgData name="Imazaki, Tomoya/今崎 智也" userId="848bb4c6-b74c-4953-bba0-f0430f4f9f49" providerId="ADAL" clId="{81B252DA-9B23-4C72-917F-0FE9AAF30911}" dt="2025-03-14T07:43:26.067" v="1441"/>
          <ac:spMkLst>
            <pc:docMk/>
            <pc:sldMk cId="3234119211" sldId="354"/>
            <ac:spMk id="35" creationId="{6A5695D8-CEF8-FEEC-504C-7FEA628353D1}"/>
          </ac:spMkLst>
        </pc:spChg>
        <pc:spChg chg="mod">
          <ac:chgData name="Imazaki, Tomoya/今崎 智也" userId="848bb4c6-b74c-4953-bba0-f0430f4f9f49" providerId="ADAL" clId="{81B252DA-9B23-4C72-917F-0FE9AAF30911}" dt="2025-03-14T07:43:26.067" v="1441"/>
          <ac:spMkLst>
            <pc:docMk/>
            <pc:sldMk cId="3234119211" sldId="354"/>
            <ac:spMk id="39" creationId="{F698A093-04CD-F592-3440-8DEAC850997E}"/>
          </ac:spMkLst>
        </pc:spChg>
        <pc:spChg chg="mod">
          <ac:chgData name="Imazaki, Tomoya/今崎 智也" userId="848bb4c6-b74c-4953-bba0-f0430f4f9f49" providerId="ADAL" clId="{81B252DA-9B23-4C72-917F-0FE9AAF30911}" dt="2025-03-14T07:43:26.067" v="1441"/>
          <ac:spMkLst>
            <pc:docMk/>
            <pc:sldMk cId="3234119211" sldId="354"/>
            <ac:spMk id="41" creationId="{4563C10D-DAE9-C85C-8936-22DCF58BE54C}"/>
          </ac:spMkLst>
        </pc:spChg>
        <pc:spChg chg="mod">
          <ac:chgData name="Imazaki, Tomoya/今崎 智也" userId="848bb4c6-b74c-4953-bba0-f0430f4f9f49" providerId="ADAL" clId="{81B252DA-9B23-4C72-917F-0FE9AAF30911}" dt="2025-03-14T07:43:26.067" v="1441"/>
          <ac:spMkLst>
            <pc:docMk/>
            <pc:sldMk cId="3234119211" sldId="354"/>
            <ac:spMk id="43" creationId="{FF588029-C991-F325-5309-A3690362C394}"/>
          </ac:spMkLst>
        </pc:spChg>
        <pc:spChg chg="mod">
          <ac:chgData name="Imazaki, Tomoya/今崎 智也" userId="848bb4c6-b74c-4953-bba0-f0430f4f9f49" providerId="ADAL" clId="{81B252DA-9B23-4C72-917F-0FE9AAF30911}" dt="2025-03-14T07:43:26.067" v="1441"/>
          <ac:spMkLst>
            <pc:docMk/>
            <pc:sldMk cId="3234119211" sldId="354"/>
            <ac:spMk id="45" creationId="{E93DB1FE-756E-ED5E-1DF6-9D99CFDCC5B4}"/>
          </ac:spMkLst>
        </pc:spChg>
        <pc:spChg chg="mod">
          <ac:chgData name="Imazaki, Tomoya/今崎 智也" userId="848bb4c6-b74c-4953-bba0-f0430f4f9f49" providerId="ADAL" clId="{81B252DA-9B23-4C72-917F-0FE9AAF30911}" dt="2025-03-14T07:43:26.067" v="1441"/>
          <ac:spMkLst>
            <pc:docMk/>
            <pc:sldMk cId="3234119211" sldId="354"/>
            <ac:spMk id="72" creationId="{E6532A6F-9801-91C1-BB54-0ECA1CE3873E}"/>
          </ac:spMkLst>
        </pc:spChg>
        <pc:spChg chg="mod">
          <ac:chgData name="Imazaki, Tomoya/今崎 智也" userId="848bb4c6-b74c-4953-bba0-f0430f4f9f49" providerId="ADAL" clId="{81B252DA-9B23-4C72-917F-0FE9AAF30911}" dt="2025-03-14T07:43:26.067" v="1441"/>
          <ac:spMkLst>
            <pc:docMk/>
            <pc:sldMk cId="3234119211" sldId="354"/>
            <ac:spMk id="73" creationId="{CB3F28CD-8888-B7CD-A8B8-FF581B08519B}"/>
          </ac:spMkLst>
        </pc:spChg>
        <pc:spChg chg="mod">
          <ac:chgData name="Imazaki, Tomoya/今崎 智也" userId="848bb4c6-b74c-4953-bba0-f0430f4f9f49" providerId="ADAL" clId="{81B252DA-9B23-4C72-917F-0FE9AAF30911}" dt="2025-03-14T07:43:26.067" v="1441"/>
          <ac:spMkLst>
            <pc:docMk/>
            <pc:sldMk cId="3234119211" sldId="354"/>
            <ac:spMk id="74" creationId="{BA1C6E3F-AF2B-A560-6568-824792779E00}"/>
          </ac:spMkLst>
        </pc:spChg>
        <pc:spChg chg="mod">
          <ac:chgData name="Imazaki, Tomoya/今崎 智也" userId="848bb4c6-b74c-4953-bba0-f0430f4f9f49" providerId="ADAL" clId="{81B252DA-9B23-4C72-917F-0FE9AAF30911}" dt="2025-03-14T07:43:26.067" v="1441"/>
          <ac:spMkLst>
            <pc:docMk/>
            <pc:sldMk cId="3234119211" sldId="354"/>
            <ac:spMk id="75" creationId="{F4178E18-8D82-351B-B0A5-816A706FCF54}"/>
          </ac:spMkLst>
        </pc:spChg>
        <pc:spChg chg="mod">
          <ac:chgData name="Imazaki, Tomoya/今崎 智也" userId="848bb4c6-b74c-4953-bba0-f0430f4f9f49" providerId="ADAL" clId="{81B252DA-9B23-4C72-917F-0FE9AAF30911}" dt="2025-03-14T07:43:26.067" v="1441"/>
          <ac:spMkLst>
            <pc:docMk/>
            <pc:sldMk cId="3234119211" sldId="354"/>
            <ac:spMk id="76" creationId="{343B978B-2D8D-65B6-3C9F-45DEEB143A90}"/>
          </ac:spMkLst>
        </pc:spChg>
        <pc:spChg chg="mod">
          <ac:chgData name="Imazaki, Tomoya/今崎 智也" userId="848bb4c6-b74c-4953-bba0-f0430f4f9f49" providerId="ADAL" clId="{81B252DA-9B23-4C72-917F-0FE9AAF30911}" dt="2025-03-14T07:43:26.067" v="1441"/>
          <ac:spMkLst>
            <pc:docMk/>
            <pc:sldMk cId="3234119211" sldId="354"/>
            <ac:spMk id="77" creationId="{1F2EF46C-F8E1-E287-ED98-297B3A21B0D0}"/>
          </ac:spMkLst>
        </pc:spChg>
        <pc:grpChg chg="add mod">
          <ac:chgData name="Imazaki, Tomoya/今崎 智也" userId="848bb4c6-b74c-4953-bba0-f0430f4f9f49" providerId="ADAL" clId="{81B252DA-9B23-4C72-917F-0FE9AAF30911}" dt="2025-03-14T07:43:26.067" v="1441"/>
          <ac:grpSpMkLst>
            <pc:docMk/>
            <pc:sldMk cId="3234119211" sldId="354"/>
            <ac:grpSpMk id="2" creationId="{4DAE8E77-EF49-3D47-6401-1F14F421A847}"/>
          </ac:grpSpMkLst>
        </pc:grpChg>
        <pc:picChg chg="mod">
          <ac:chgData name="Imazaki, Tomoya/今崎 智也" userId="848bb4c6-b74c-4953-bba0-f0430f4f9f49" providerId="ADAL" clId="{81B252DA-9B23-4C72-917F-0FE9AAF30911}" dt="2025-03-14T07:43:26.067" v="1441"/>
          <ac:picMkLst>
            <pc:docMk/>
            <pc:sldMk cId="3234119211" sldId="354"/>
            <ac:picMk id="29" creationId="{2060FCC5-F132-2814-26EF-916029EDAF08}"/>
          </ac:picMkLst>
        </pc:picChg>
        <pc:picChg chg="mod">
          <ac:chgData name="Imazaki, Tomoya/今崎 智也" userId="848bb4c6-b74c-4953-bba0-f0430f4f9f49" providerId="ADAL" clId="{81B252DA-9B23-4C72-917F-0FE9AAF30911}" dt="2025-03-14T07:43:26.067" v="1441"/>
          <ac:picMkLst>
            <pc:docMk/>
            <pc:sldMk cId="3234119211" sldId="354"/>
            <ac:picMk id="31" creationId="{AE300DDF-FFC4-240A-FCD9-7E7E183E55FC}"/>
          </ac:picMkLst>
        </pc:picChg>
        <pc:picChg chg="mod">
          <ac:chgData name="Imazaki, Tomoya/今崎 智也" userId="848bb4c6-b74c-4953-bba0-f0430f4f9f49" providerId="ADAL" clId="{81B252DA-9B23-4C72-917F-0FE9AAF30911}" dt="2025-03-14T07:43:26.067" v="1441"/>
          <ac:picMkLst>
            <pc:docMk/>
            <pc:sldMk cId="3234119211" sldId="354"/>
            <ac:picMk id="34" creationId="{9AD953CB-E37B-D2BE-B495-1B1E206FE307}"/>
          </ac:picMkLst>
        </pc:picChg>
        <pc:picChg chg="mod">
          <ac:chgData name="Imazaki, Tomoya/今崎 智也" userId="848bb4c6-b74c-4953-bba0-f0430f4f9f49" providerId="ADAL" clId="{81B252DA-9B23-4C72-917F-0FE9AAF30911}" dt="2025-03-14T07:43:26.067" v="1441"/>
          <ac:picMkLst>
            <pc:docMk/>
            <pc:sldMk cId="3234119211" sldId="354"/>
            <ac:picMk id="78" creationId="{DE5CEA04-D3D9-C67C-E147-8A6927AE6598}"/>
          </ac:picMkLst>
        </pc:picChg>
        <pc:picChg chg="mod">
          <ac:chgData name="Imazaki, Tomoya/今崎 智也" userId="848bb4c6-b74c-4953-bba0-f0430f4f9f49" providerId="ADAL" clId="{81B252DA-9B23-4C72-917F-0FE9AAF30911}" dt="2025-03-14T07:43:26.067" v="1441"/>
          <ac:picMkLst>
            <pc:docMk/>
            <pc:sldMk cId="3234119211" sldId="354"/>
            <ac:picMk id="79" creationId="{31776133-D742-76DE-1FDC-B420D0370011}"/>
          </ac:picMkLst>
        </pc:picChg>
        <pc:picChg chg="mod">
          <ac:chgData name="Imazaki, Tomoya/今崎 智也" userId="848bb4c6-b74c-4953-bba0-f0430f4f9f49" providerId="ADAL" clId="{81B252DA-9B23-4C72-917F-0FE9AAF30911}" dt="2025-03-14T07:43:26.067" v="1441"/>
          <ac:picMkLst>
            <pc:docMk/>
            <pc:sldMk cId="3234119211" sldId="354"/>
            <ac:picMk id="80" creationId="{DC502F95-F847-250F-EBBA-7DE90B5F937D}"/>
          </ac:picMkLst>
        </pc:picChg>
      </pc:sldChg>
      <pc:sldMasterChg chg="addSldLayout delSldLayout modSldLayout sldLayoutOrd">
        <pc:chgData name="Imazaki, Tomoya/今崎 智也" userId="848bb4c6-b74c-4953-bba0-f0430f4f9f49" providerId="ADAL" clId="{81B252DA-9B23-4C72-917F-0FE9AAF30911}" dt="2025-03-14T04:40:57.077" v="44" actId="2696"/>
        <pc:sldMasterMkLst>
          <pc:docMk/>
          <pc:sldMasterMk cId="97178971" sldId="2147483675"/>
        </pc:sldMasterMkLst>
        <pc:sldLayoutChg chg="ord">
          <pc:chgData name="Imazaki, Tomoya/今崎 智也" userId="848bb4c6-b74c-4953-bba0-f0430f4f9f49" providerId="ADAL" clId="{81B252DA-9B23-4C72-917F-0FE9AAF30911}" dt="2025-03-14T04:40:41.034" v="42" actId="20578"/>
          <pc:sldLayoutMkLst>
            <pc:docMk/>
            <pc:sldMasterMk cId="97178971" sldId="2147483675"/>
            <pc:sldLayoutMk cId="1680901726" sldId="2147483676"/>
          </pc:sldLayoutMkLst>
        </pc:sldLayoutChg>
        <pc:sldLayoutChg chg="new del mod">
          <pc:chgData name="Imazaki, Tomoya/今崎 智也" userId="848bb4c6-b74c-4953-bba0-f0430f4f9f49" providerId="ADAL" clId="{81B252DA-9B23-4C72-917F-0FE9AAF30911}" dt="2025-03-14T04:40:57.077" v="44" actId="2696"/>
          <pc:sldLayoutMkLst>
            <pc:docMk/>
            <pc:sldMasterMk cId="97178971" sldId="2147483675"/>
            <pc:sldLayoutMk cId="1340896949" sldId="2147483678"/>
          </pc:sldLayoutMkLst>
        </pc:sldLayoutChg>
      </pc:sldMasterChg>
    </pc:docChg>
  </pc:docChgLst>
  <pc:docChgLst>
    <pc:chgData name="Nakata, Norihiko/中田 典彦" userId="S::3220520@tmc.twfr.toyota.co.jp::980ea7df-8eed-497b-ad4c-e41815cdecf2" providerId="AD" clId="Web-{F22CCB2F-B026-49CE-9397-45D80DE414C4}"/>
    <pc:docChg chg="modSld">
      <pc:chgData name="Nakata, Norihiko/中田 典彦" userId="S::3220520@tmc.twfr.toyota.co.jp::980ea7df-8eed-497b-ad4c-e41815cdecf2" providerId="AD" clId="Web-{F22CCB2F-B026-49CE-9397-45D80DE414C4}" dt="2025-04-16T18:02:23.543" v="2"/>
      <pc:docMkLst>
        <pc:docMk/>
      </pc:docMkLst>
      <pc:sldChg chg="delSp">
        <pc:chgData name="Nakata, Norihiko/中田 典彦" userId="S::3220520@tmc.twfr.toyota.co.jp::980ea7df-8eed-497b-ad4c-e41815cdecf2" providerId="AD" clId="Web-{F22CCB2F-B026-49CE-9397-45D80DE414C4}" dt="2025-04-16T18:02:20.418" v="0"/>
        <pc:sldMkLst>
          <pc:docMk/>
          <pc:sldMk cId="4197382440" sldId="339"/>
        </pc:sldMkLst>
        <pc:spChg chg="del">
          <ac:chgData name="Nakata, Norihiko/中田 典彦" userId="S::3220520@tmc.twfr.toyota.co.jp::980ea7df-8eed-497b-ad4c-e41815cdecf2" providerId="AD" clId="Web-{F22CCB2F-B026-49CE-9397-45D80DE414C4}" dt="2025-04-16T18:02:20.418" v="0"/>
          <ac:spMkLst>
            <pc:docMk/>
            <pc:sldMk cId="4197382440" sldId="339"/>
            <ac:spMk id="17" creationId="{19814A66-AA89-4EB7-5D43-462CDA80B384}"/>
          </ac:spMkLst>
        </pc:spChg>
      </pc:sldChg>
      <pc:sldChg chg="delSp">
        <pc:chgData name="Nakata, Norihiko/中田 典彦" userId="S::3220520@tmc.twfr.toyota.co.jp::980ea7df-8eed-497b-ad4c-e41815cdecf2" providerId="AD" clId="Web-{F22CCB2F-B026-49CE-9397-45D80DE414C4}" dt="2025-04-16T18:02:23.543" v="2"/>
        <pc:sldMkLst>
          <pc:docMk/>
          <pc:sldMk cId="1309155222" sldId="340"/>
        </pc:sldMkLst>
        <pc:spChg chg="del">
          <ac:chgData name="Nakata, Norihiko/中田 典彦" userId="S::3220520@tmc.twfr.toyota.co.jp::980ea7df-8eed-497b-ad4c-e41815cdecf2" providerId="AD" clId="Web-{F22CCB2F-B026-49CE-9397-45D80DE414C4}" dt="2025-04-16T18:02:23.543" v="2"/>
          <ac:spMkLst>
            <pc:docMk/>
            <pc:sldMk cId="1309155222" sldId="340"/>
            <ac:spMk id="6" creationId="{1ADFDF5E-0A42-47B2-6476-88C1C29B6B3A}"/>
          </ac:spMkLst>
        </pc:spChg>
        <pc:spChg chg="del">
          <ac:chgData name="Nakata, Norihiko/中田 典彦" userId="S::3220520@tmc.twfr.toyota.co.jp::980ea7df-8eed-497b-ad4c-e41815cdecf2" providerId="AD" clId="Web-{F22CCB2F-B026-49CE-9397-45D80DE414C4}" dt="2025-04-16T18:02:23.543" v="1"/>
          <ac:spMkLst>
            <pc:docMk/>
            <pc:sldMk cId="1309155222" sldId="340"/>
            <ac:spMk id="9" creationId="{2C4891B4-A19C-AE48-6D82-3E566F1A9D14}"/>
          </ac:spMkLst>
        </pc:spChg>
      </pc:sldChg>
    </pc:docChg>
  </pc:docChgLst>
  <pc:docChgLst>
    <pc:chgData name="Nakata, Norihiko/中田 典彦" userId="S::3220520@tmc.twfr.toyota.co.jp::980ea7df-8eed-497b-ad4c-e41815cdecf2" providerId="AD" clId="Web-{78A91D6D-15CC-405B-B958-2520703BD53D}"/>
    <pc:docChg chg="modSld">
      <pc:chgData name="Nakata, Norihiko/中田 典彦" userId="S::3220520@tmc.twfr.toyota.co.jp::980ea7df-8eed-497b-ad4c-e41815cdecf2" providerId="AD" clId="Web-{78A91D6D-15CC-405B-B958-2520703BD53D}" dt="2025-04-16T06:49:16.608" v="3"/>
      <pc:docMkLst>
        <pc:docMk/>
      </pc:docMkLst>
      <pc:sldChg chg="addSp delSp">
        <pc:chgData name="Nakata, Norihiko/中田 典彦" userId="S::3220520@tmc.twfr.toyota.co.jp::980ea7df-8eed-497b-ad4c-e41815cdecf2" providerId="AD" clId="Web-{78A91D6D-15CC-405B-B958-2520703BD53D}" dt="2025-04-16T06:49:16.608" v="3"/>
        <pc:sldMkLst>
          <pc:docMk/>
          <pc:sldMk cId="1309155222" sldId="340"/>
        </pc:sldMkLst>
        <pc:spChg chg="add del">
          <ac:chgData name="Nakata, Norihiko/中田 典彦" userId="S::3220520@tmc.twfr.toyota.co.jp::980ea7df-8eed-497b-ad4c-e41815cdecf2" providerId="AD" clId="Web-{78A91D6D-15CC-405B-B958-2520703BD53D}" dt="2025-04-16T06:49:16.608" v="2"/>
          <ac:spMkLst>
            <pc:docMk/>
            <pc:sldMk cId="1309155222" sldId="340"/>
            <ac:spMk id="6" creationId="{1ADFDF5E-0A42-47B2-6476-88C1C29B6B3A}"/>
          </ac:spMkLst>
        </pc:spChg>
        <pc:spChg chg="add del">
          <ac:chgData name="Nakata, Norihiko/中田 典彦" userId="S::3220520@tmc.twfr.toyota.co.jp::980ea7df-8eed-497b-ad4c-e41815cdecf2" providerId="AD" clId="Web-{78A91D6D-15CC-405B-B958-2520703BD53D}" dt="2025-04-16T06:49:16.608" v="3"/>
          <ac:spMkLst>
            <pc:docMk/>
            <pc:sldMk cId="1309155222" sldId="340"/>
            <ac:spMk id="9" creationId="{2C4891B4-A19C-AE48-6D82-3E566F1A9D14}"/>
          </ac:spMkLst>
        </pc:spChg>
      </pc:sldChg>
    </pc:docChg>
  </pc:docChgLst>
  <pc:docChgLst>
    <pc:chgData name="Nakata, Norihiko/中田 典彦" userId="980ea7df-8eed-497b-ad4c-e41815cdecf2" providerId="ADAL" clId="{BE7252A3-7974-4492-AA2B-CCBE38E9924A}"/>
    <pc:docChg chg="undo custSel delSld modSld">
      <pc:chgData name="Nakata, Norihiko/中田 典彦" userId="980ea7df-8eed-497b-ad4c-e41815cdecf2" providerId="ADAL" clId="{BE7252A3-7974-4492-AA2B-CCBE38E9924A}" dt="2025-05-07T17:08:18.038" v="60" actId="20577"/>
      <pc:docMkLst>
        <pc:docMk/>
      </pc:docMkLst>
      <pc:sldChg chg="modSp del mod">
        <pc:chgData name="Nakata, Norihiko/中田 典彦" userId="980ea7df-8eed-497b-ad4c-e41815cdecf2" providerId="ADAL" clId="{BE7252A3-7974-4492-AA2B-CCBE38E9924A}" dt="2025-05-07T17:02:13.625" v="48" actId="2696"/>
        <pc:sldMkLst>
          <pc:docMk/>
          <pc:sldMk cId="4197382440" sldId="339"/>
        </pc:sldMkLst>
        <pc:spChg chg="mod">
          <ac:chgData name="Nakata, Norihiko/中田 典彦" userId="980ea7df-8eed-497b-ad4c-e41815cdecf2" providerId="ADAL" clId="{BE7252A3-7974-4492-AA2B-CCBE38E9924A}" dt="2025-05-07T16:43:56.361" v="7"/>
          <ac:spMkLst>
            <pc:docMk/>
            <pc:sldMk cId="4197382440" sldId="339"/>
            <ac:spMk id="6" creationId="{0B4657FC-AEDC-CF42-6E94-AC19B69D9BEA}"/>
          </ac:spMkLst>
        </pc:spChg>
        <pc:grpChg chg="mod">
          <ac:chgData name="Nakata, Norihiko/中田 典彦" userId="980ea7df-8eed-497b-ad4c-e41815cdecf2" providerId="ADAL" clId="{BE7252A3-7974-4492-AA2B-CCBE38E9924A}" dt="2025-05-07T16:46:39.210" v="20" actId="1076"/>
          <ac:grpSpMkLst>
            <pc:docMk/>
            <pc:sldMk cId="4197382440" sldId="339"/>
            <ac:grpSpMk id="16" creationId="{5CD6DE9F-E4F8-EC0D-C7AC-5C88AA51E608}"/>
          </ac:grpSpMkLst>
        </pc:grpChg>
      </pc:sldChg>
      <pc:sldChg chg="modSp mod">
        <pc:chgData name="Nakata, Norihiko/中田 典彦" userId="980ea7df-8eed-497b-ad4c-e41815cdecf2" providerId="ADAL" clId="{BE7252A3-7974-4492-AA2B-CCBE38E9924A}" dt="2025-05-07T17:08:18.038" v="60" actId="20577"/>
        <pc:sldMkLst>
          <pc:docMk/>
          <pc:sldMk cId="841100052" sldId="341"/>
        </pc:sldMkLst>
        <pc:spChg chg="mod">
          <ac:chgData name="Nakata, Norihiko/中田 典彦" userId="980ea7df-8eed-497b-ad4c-e41815cdecf2" providerId="ADAL" clId="{BE7252A3-7974-4492-AA2B-CCBE38E9924A}" dt="2025-05-07T17:08:18.038" v="60" actId="20577"/>
          <ac:spMkLst>
            <pc:docMk/>
            <pc:sldMk cId="841100052" sldId="341"/>
            <ac:spMk id="21" creationId="{5795745B-87BE-F09B-1480-1BF7AB657847}"/>
          </ac:spMkLst>
        </pc:spChg>
      </pc:sldChg>
      <pc:sldChg chg="addSp delSp modSp mod">
        <pc:chgData name="Nakata, Norihiko/中田 典彦" userId="980ea7df-8eed-497b-ad4c-e41815cdecf2" providerId="ADAL" clId="{BE7252A3-7974-4492-AA2B-CCBE38E9924A}" dt="2025-05-07T17:01:29.168" v="47"/>
        <pc:sldMkLst>
          <pc:docMk/>
          <pc:sldMk cId="508289030" sldId="342"/>
        </pc:sldMkLst>
        <pc:spChg chg="add mod">
          <ac:chgData name="Nakata, Norihiko/中田 典彦" userId="980ea7df-8eed-497b-ad4c-e41815cdecf2" providerId="ADAL" clId="{BE7252A3-7974-4492-AA2B-CCBE38E9924A}" dt="2025-05-07T16:44:14.276" v="10"/>
          <ac:spMkLst>
            <pc:docMk/>
            <pc:sldMk cId="508289030" sldId="342"/>
            <ac:spMk id="3" creationId="{97BC3F4A-5A66-929C-6497-B5180FD7B3ED}"/>
          </ac:spMkLst>
        </pc:spChg>
        <pc:spChg chg="del topLvl">
          <ac:chgData name="Nakata, Norihiko/中田 典彦" userId="980ea7df-8eed-497b-ad4c-e41815cdecf2" providerId="ADAL" clId="{BE7252A3-7974-4492-AA2B-CCBE38E9924A}" dt="2025-05-07T16:46:06.862" v="15" actId="478"/>
          <ac:spMkLst>
            <pc:docMk/>
            <pc:sldMk cId="508289030" sldId="342"/>
            <ac:spMk id="4" creationId="{10E9CEDC-D735-4394-2230-A9DB433C7AEF}"/>
          </ac:spMkLst>
        </pc:spChg>
        <pc:spChg chg="mod">
          <ac:chgData name="Nakata, Norihiko/中田 典彦" userId="980ea7df-8eed-497b-ad4c-e41815cdecf2" providerId="ADAL" clId="{BE7252A3-7974-4492-AA2B-CCBE38E9924A}" dt="2025-05-07T16:44:02.325" v="8"/>
          <ac:spMkLst>
            <pc:docMk/>
            <pc:sldMk cId="508289030" sldId="342"/>
            <ac:spMk id="6" creationId="{0B4657FC-AEDC-CF42-6E94-AC19B69D9BEA}"/>
          </ac:spMkLst>
        </pc:spChg>
        <pc:spChg chg="add del mod ord topLvl">
          <ac:chgData name="Nakata, Norihiko/中田 典彦" userId="980ea7df-8eed-497b-ad4c-e41815cdecf2" providerId="ADAL" clId="{BE7252A3-7974-4492-AA2B-CCBE38E9924A}" dt="2025-05-07T16:59:03.408" v="37" actId="21"/>
          <ac:spMkLst>
            <pc:docMk/>
            <pc:sldMk cId="508289030" sldId="342"/>
            <ac:spMk id="9" creationId="{5409715C-15F2-B038-EA11-2D4C6E39625A}"/>
          </ac:spMkLst>
        </pc:spChg>
        <pc:spChg chg="add mod ord">
          <ac:chgData name="Nakata, Norihiko/中田 典彦" userId="980ea7df-8eed-497b-ad4c-e41815cdecf2" providerId="ADAL" clId="{BE7252A3-7974-4492-AA2B-CCBE38E9924A}" dt="2025-05-07T17:00:53.087" v="46" actId="167"/>
          <ac:spMkLst>
            <pc:docMk/>
            <pc:sldMk cId="508289030" sldId="342"/>
            <ac:spMk id="12" creationId="{AD36E227-3CFE-3754-4375-CFCC4F44209C}"/>
          </ac:spMkLst>
        </pc:spChg>
        <pc:grpChg chg="add del mod">
          <ac:chgData name="Nakata, Norihiko/中田 典彦" userId="980ea7df-8eed-497b-ad4c-e41815cdecf2" providerId="ADAL" clId="{BE7252A3-7974-4492-AA2B-CCBE38E9924A}" dt="2025-05-07T16:57:27.324" v="34" actId="165"/>
          <ac:grpSpMkLst>
            <pc:docMk/>
            <pc:sldMk cId="508289030" sldId="342"/>
            <ac:grpSpMk id="10" creationId="{9E83BB28-252D-2758-F669-3C7363AFA2E2}"/>
          </ac:grpSpMkLst>
        </pc:grpChg>
        <pc:grpChg chg="del">
          <ac:chgData name="Nakata, Norihiko/中田 典彦" userId="980ea7df-8eed-497b-ad4c-e41815cdecf2" providerId="ADAL" clId="{BE7252A3-7974-4492-AA2B-CCBE38E9924A}" dt="2025-05-07T16:46:06.862" v="15" actId="478"/>
          <ac:grpSpMkLst>
            <pc:docMk/>
            <pc:sldMk cId="508289030" sldId="342"/>
            <ac:grpSpMk id="16" creationId="{5CD6DE9F-E4F8-EC0D-C7AC-5C88AA51E608}"/>
          </ac:grpSpMkLst>
        </pc:grpChg>
        <pc:graphicFrameChg chg="add del mod">
          <ac:chgData name="Nakata, Norihiko/中田 典彦" userId="980ea7df-8eed-497b-ad4c-e41815cdecf2" providerId="ADAL" clId="{BE7252A3-7974-4492-AA2B-CCBE38E9924A}" dt="2025-05-07T16:46:26.755" v="18"/>
          <ac:graphicFrameMkLst>
            <pc:docMk/>
            <pc:sldMk cId="508289030" sldId="342"/>
            <ac:graphicFrameMk id="5" creationId="{16183D02-8535-A071-4F36-26615C355545}"/>
          </ac:graphicFrameMkLst>
        </pc:graphicFrameChg>
        <pc:graphicFrameChg chg="add del mod topLvl">
          <ac:chgData name="Nakata, Norihiko/中田 典彦" userId="980ea7df-8eed-497b-ad4c-e41815cdecf2" providerId="ADAL" clId="{BE7252A3-7974-4492-AA2B-CCBE38E9924A}" dt="2025-05-07T16:59:05.874" v="38" actId="21"/>
          <ac:graphicFrameMkLst>
            <pc:docMk/>
            <pc:sldMk cId="508289030" sldId="342"/>
            <ac:graphicFrameMk id="8" creationId="{CA07EBA4-8F7A-A089-2ECA-3F4538C775AF}"/>
          </ac:graphicFrameMkLst>
        </pc:graphicFrameChg>
        <pc:graphicFrameChg chg="add mod">
          <ac:chgData name="Nakata, Norihiko/中田 典彦" userId="980ea7df-8eed-497b-ad4c-e41815cdecf2" providerId="ADAL" clId="{BE7252A3-7974-4492-AA2B-CCBE38E9924A}" dt="2025-05-07T17:01:29.168" v="47"/>
          <ac:graphicFrameMkLst>
            <pc:docMk/>
            <pc:sldMk cId="508289030" sldId="342"/>
            <ac:graphicFrameMk id="11" creationId="{D6F82A27-47F0-BA92-2605-B2469B0A62CE}"/>
          </ac:graphicFrameMkLst>
        </pc:graphicFrameChg>
        <pc:graphicFrameChg chg="del mod topLvl">
          <ac:chgData name="Nakata, Norihiko/中田 典彦" userId="980ea7df-8eed-497b-ad4c-e41815cdecf2" providerId="ADAL" clId="{BE7252A3-7974-4492-AA2B-CCBE38E9924A}" dt="2025-05-07T16:46:08.143" v="16" actId="478"/>
          <ac:graphicFrameMkLst>
            <pc:docMk/>
            <pc:sldMk cId="508289030" sldId="342"/>
            <ac:graphicFrameMk id="13" creationId="{545F0DDE-A70E-A938-F76A-239971D3B18D}"/>
          </ac:graphicFrameMkLst>
        </pc:graphicFrameChg>
      </pc:sldChg>
      <pc:sldChg chg="del">
        <pc:chgData name="Nakata, Norihiko/中田 典彦" userId="980ea7df-8eed-497b-ad4c-e41815cdecf2" providerId="ADAL" clId="{BE7252A3-7974-4492-AA2B-CCBE38E9924A}" dt="2025-05-07T16:43:13.576" v="1" actId="47"/>
        <pc:sldMkLst>
          <pc:docMk/>
          <pc:sldMk cId="2188326081" sldId="342"/>
        </pc:sldMkLst>
      </pc:sldChg>
      <pc:sldChg chg="del">
        <pc:chgData name="Nakata, Norihiko/中田 典彦" userId="980ea7df-8eed-497b-ad4c-e41815cdecf2" providerId="ADAL" clId="{BE7252A3-7974-4492-AA2B-CCBE38E9924A}" dt="2025-05-07T16:43:11.913" v="0" actId="47"/>
        <pc:sldMkLst>
          <pc:docMk/>
          <pc:sldMk cId="3532185793" sldId="343"/>
        </pc:sldMkLst>
      </pc:sldChg>
    </pc:docChg>
  </pc:docChgLst>
  <pc:docChgLst>
    <pc:chgData name="Nakata, Norihiko/中田 典彦" userId="980ea7df-8eed-497b-ad4c-e41815cdecf2" providerId="ADAL" clId="{8829294E-9574-42C9-9A06-D5C5D939DEF8}"/>
    <pc:docChg chg="custSel modSld">
      <pc:chgData name="Nakata, Norihiko/中田 典彦" userId="980ea7df-8eed-497b-ad4c-e41815cdecf2" providerId="ADAL" clId="{8829294E-9574-42C9-9A06-D5C5D939DEF8}" dt="2025-04-16T18:09:41.049" v="12" actId="478"/>
      <pc:docMkLst>
        <pc:docMk/>
      </pc:docMkLst>
      <pc:sldChg chg="delSp modSp mod">
        <pc:chgData name="Nakata, Norihiko/中田 典彦" userId="980ea7df-8eed-497b-ad4c-e41815cdecf2" providerId="ADAL" clId="{8829294E-9574-42C9-9A06-D5C5D939DEF8}" dt="2025-04-16T18:09:41.049" v="12" actId="478"/>
        <pc:sldMkLst>
          <pc:docMk/>
          <pc:sldMk cId="4197382440" sldId="339"/>
        </pc:sldMkLst>
        <pc:spChg chg="del">
          <ac:chgData name="Nakata, Norihiko/中田 典彦" userId="980ea7df-8eed-497b-ad4c-e41815cdecf2" providerId="ADAL" clId="{8829294E-9574-42C9-9A06-D5C5D939DEF8}" dt="2025-04-16T18:09:41.049" v="12" actId="478"/>
          <ac:spMkLst>
            <pc:docMk/>
            <pc:sldMk cId="4197382440" sldId="339"/>
            <ac:spMk id="3" creationId="{1EF4F4A8-E4A3-BEED-D280-1B72E92F85BC}"/>
          </ac:spMkLst>
        </pc:spChg>
        <pc:spChg chg="mod">
          <ac:chgData name="Nakata, Norihiko/中田 典彦" userId="980ea7df-8eed-497b-ad4c-e41815cdecf2" providerId="ADAL" clId="{8829294E-9574-42C9-9A06-D5C5D939DEF8}" dt="2025-04-16T18:08:39.428" v="11" actId="20577"/>
          <ac:spMkLst>
            <pc:docMk/>
            <pc:sldMk cId="4197382440" sldId="339"/>
            <ac:spMk id="6" creationId="{0B4657FC-AEDC-CF42-6E94-AC19B69D9BEA}"/>
          </ac:spMkLst>
        </pc:spChg>
        <pc:graphicFrameChg chg="mod">
          <ac:chgData name="Nakata, Norihiko/中田 典彦" userId="980ea7df-8eed-497b-ad4c-e41815cdecf2" providerId="ADAL" clId="{8829294E-9574-42C9-9A06-D5C5D939DEF8}" dt="2025-04-16T18:06:19.508" v="1"/>
          <ac:graphicFrameMkLst>
            <pc:docMk/>
            <pc:sldMk cId="4197382440" sldId="339"/>
            <ac:graphicFrameMk id="13" creationId="{545F0DDE-A70E-A938-F76A-239971D3B18D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04DEEA-5192-4B9D-A2B0-73BC9C0E8143}" type="datetimeFigureOut">
              <a:rPr kumimoji="1" lang="ja-JP" altLang="en-US" smtClean="0"/>
              <a:t>2025/5/7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F900C7-4F96-4ABB-9D83-DC888014C5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7082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5F45-7376-492D-838E-366670014AB7}" type="datetimeFigureOut">
              <a:rPr kumimoji="1" lang="ja-JP" altLang="en-US" smtClean="0"/>
              <a:t>2025/5/7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F95D5-B74E-4053-A689-DF8EA72EE4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0901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4D665F45-7376-492D-838E-366670014AB7}" type="datetimeFigureOut">
              <a:rPr kumimoji="1" lang="ja-JP" altLang="en-US" smtClean="0"/>
              <a:t>2025/5/7</a:t>
            </a:fld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BF7F95D5-B74E-4053-A689-DF8EA72EE4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1789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457200" rtl="0" eaLnBrk="1" latinLnBrk="0" hangingPunct="1">
        <a:spcBef>
          <a:spcPct val="0"/>
        </a:spcBef>
        <a:buNone/>
        <a:defRPr kumimoji="1"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40D950D.xlsx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hyperlink" Target="https://toyotajp.sharepoint.com/sites/msspo_HUREAI/Shared%20Documents/Forms/AllItems.aspx?id=%2Fsites%2Fmsspo%5FHUREAI%2FShared%20Documents%2FSPO%E6%8E%B2%E8%BC%89%E8%B3%87%E6%96%99%2F2025%E5%B9%B4%20HP%E6%8E%B2%E8%BC%89%E8%B3%87%E6%96%99%2F%E9%A7%85%E4%BC%9D%E5%A4%A7%E4%BC%9A%2F%E4%BB%A4%E5%92%8C7%E5%B9%B4%E9%A7%85%E4%BC%9D%E7%B7%B4%E7%BF%92%E3%83%AB%E3%83%BC%E3%83%AB%E3%83%BB%E3%83%9E%E3%83%8A%E3%83%BC10%E3%83%B6%E6%9D%A1%2Epdf&amp;parent=%2Fsites%2Fmsspo%5FHUREAI%2FShared%20Documents%2FSPO%E6%8E%B2%E8%BC%89%E8%B3%87%E6%96%99%2F2025%E5%B9%B4%20HP%E6%8E%B2%E8%BC%89%E8%B3%87%E6%96%99%2F%E9%A7%85%E4%BC%9D%E5%A4%A7%E4%BC%9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AD36E227-3CFE-3754-4375-CFCC4F44209C}"/>
              </a:ext>
            </a:extLst>
          </p:cNvPr>
          <p:cNvSpPr/>
          <p:nvPr/>
        </p:nvSpPr>
        <p:spPr>
          <a:xfrm>
            <a:off x="1398588" y="1742762"/>
            <a:ext cx="9391650" cy="44259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3D61D1BE-3E00-1E0F-C04E-C760879C1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36" y="79210"/>
            <a:ext cx="11894327" cy="865707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B4657FC-AEDC-CF42-6E94-AC19B69D9BEA}"/>
              </a:ext>
            </a:extLst>
          </p:cNvPr>
          <p:cNvSpPr txBox="1"/>
          <p:nvPr/>
        </p:nvSpPr>
        <p:spPr>
          <a:xfrm>
            <a:off x="283065" y="1165214"/>
            <a:ext cx="2507418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ja-JP" altLang="en-US" sz="2000" b="1">
                <a:solidFill>
                  <a:schemeClr val="bg1"/>
                </a:solidFill>
                <a:latin typeface="HG丸ｺﾞｼｯｸM-PRO"/>
                <a:ea typeface="HG丸ｺﾞｼｯｸM-PRO"/>
              </a:rPr>
              <a:t>◆駅伝練習日（案）</a:t>
            </a:r>
            <a:endParaRPr lang="en-US" altLang="ja-JP" sz="2000" b="1">
              <a:solidFill>
                <a:schemeClr val="bg1"/>
              </a:solidFill>
              <a:latin typeface="HG丸ｺﾞｼｯｸM-PRO"/>
              <a:ea typeface="HG丸ｺﾞｼｯｸM-PRO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436F120-1C53-35C8-6F21-4FF21E4759B6}"/>
              </a:ext>
            </a:extLst>
          </p:cNvPr>
          <p:cNvSpPr txBox="1"/>
          <p:nvPr/>
        </p:nvSpPr>
        <p:spPr>
          <a:xfrm>
            <a:off x="8438113" y="1253943"/>
            <a:ext cx="3470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丸ｺﾞｼｯｸM-PRO" panose="020F0600000000000000" pitchFamily="50" charset="-128"/>
                <a:ea typeface="HG丸ｺﾞｼｯｸM-PRO" panose="020F0600000000000000" pitchFamily="50" charset="-128"/>
                <a:cs typeface="+mn-cs"/>
              </a:rPr>
              <a:t>TSC…</a:t>
            </a:r>
            <a:r>
              <a: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丸ｺﾞｼｯｸM-PRO" panose="020F0600000000000000" pitchFamily="50" charset="-128"/>
                <a:ea typeface="HG丸ｺﾞｼｯｸM-PRO" panose="020F0600000000000000" pitchFamily="50" charset="-128"/>
                <a:cs typeface="+mn-cs"/>
              </a:rPr>
              <a:t>トヨタスポーツセンター</a:t>
            </a:r>
            <a:endParaRPr kumimoji="1" lang="en-US" altLang="ja-JP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丸ｺﾞｼｯｸM-PRO" panose="020F0600000000000000" pitchFamily="50" charset="-128"/>
              <a:ea typeface="HG丸ｺﾞｼｯｸM-PRO" panose="020F0600000000000000" pitchFamily="50" charset="-128"/>
              <a:cs typeface="+mn-cs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7BC3F4A-5A66-929C-6497-B5180FD7B3ED}"/>
              </a:ext>
            </a:extLst>
          </p:cNvPr>
          <p:cNvSpPr txBox="1"/>
          <p:nvPr/>
        </p:nvSpPr>
        <p:spPr>
          <a:xfrm>
            <a:off x="3320270" y="6288199"/>
            <a:ext cx="5532284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altLang="ja-JP" sz="2000" b="1">
                <a:solidFill>
                  <a:schemeClr val="bg1"/>
                </a:solidFill>
                <a:latin typeface="HG丸ｺﾞｼｯｸM-PRO"/>
                <a:ea typeface="HG丸ｺﾞｼｯｸM-PRO"/>
              </a:rPr>
              <a:t>※</a:t>
            </a:r>
            <a:r>
              <a:rPr lang="ja-JP" altLang="en-US" sz="2000" b="1">
                <a:solidFill>
                  <a:schemeClr val="bg1"/>
                </a:solidFill>
                <a:latin typeface="HG丸ｺﾞｼｯｸM-PRO"/>
                <a:ea typeface="HG丸ｺﾞｼｯｸM-PRO"/>
              </a:rPr>
              <a:t>詳細は</a:t>
            </a:r>
            <a:r>
              <a:rPr lang="en-US" altLang="ja-JP" sz="2000" b="1">
                <a:solidFill>
                  <a:schemeClr val="bg1"/>
                </a:solidFill>
                <a:latin typeface="HG丸ｺﾞｼｯｸM-PRO"/>
                <a:ea typeface="HG丸ｺﾞｼｯｸM-PRO"/>
              </a:rPr>
              <a:t>7/25</a:t>
            </a:r>
            <a:r>
              <a:rPr lang="ja-JP" altLang="en-US" sz="2000" b="1">
                <a:solidFill>
                  <a:schemeClr val="bg1"/>
                </a:solidFill>
                <a:latin typeface="HG丸ｺﾞｼｯｸM-PRO"/>
                <a:ea typeface="HG丸ｺﾞｼｯｸM-PRO"/>
              </a:rPr>
              <a:t>駅伝キックオフで展開します。</a:t>
            </a:r>
            <a:endParaRPr lang="en-US" altLang="ja-JP" sz="2000" b="1">
              <a:solidFill>
                <a:schemeClr val="bg1"/>
              </a:solidFill>
              <a:latin typeface="HG丸ｺﾞｼｯｸM-PRO"/>
              <a:ea typeface="HG丸ｺﾞｼｯｸM-PRO"/>
            </a:endParaRPr>
          </a:p>
        </p:txBody>
      </p:sp>
      <p:graphicFrame>
        <p:nvGraphicFramePr>
          <p:cNvPr id="11" name="オブジェクト 10">
            <a:extLst>
              <a:ext uri="{FF2B5EF4-FFF2-40B4-BE49-F238E27FC236}">
                <a16:creationId xmlns:a16="http://schemas.microsoft.com/office/drawing/2014/main" id="{D6F82A27-47F0-BA92-2605-B2469B0A62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2657308"/>
              </p:ext>
            </p:extLst>
          </p:nvPr>
        </p:nvGraphicFramePr>
        <p:xfrm>
          <a:off x="1398588" y="1742762"/>
          <a:ext cx="9391650" cy="442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9391620" imgH="4425980" progId="Excel.Sheet.12">
                  <p:embed/>
                </p:oleObj>
              </mc:Choice>
              <mc:Fallback>
                <p:oleObj name="Worksheet" r:id="rId3" imgW="9391620" imgH="4425980" progId="Excel.Sheet.12">
                  <p:embed/>
                  <p:pic>
                    <p:nvPicPr>
                      <p:cNvPr id="11" name="オブジェクト 10">
                        <a:extLst>
                          <a:ext uri="{FF2B5EF4-FFF2-40B4-BE49-F238E27FC236}">
                            <a16:creationId xmlns:a16="http://schemas.microsoft.com/office/drawing/2014/main" id="{D6F82A27-47F0-BA92-2605-B2469B0A62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98588" y="1742762"/>
                        <a:ext cx="9391650" cy="4425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08289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3D61D1BE-3E00-1E0F-C04E-C760879C1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36" y="79210"/>
            <a:ext cx="11894327" cy="865707"/>
          </a:xfrm>
          <a:prstGeom prst="rect">
            <a:avLst/>
          </a:prstGeom>
        </p:spPr>
      </p:pic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5CC18AE9-0D95-1BCF-B392-8AEA441E1CD4}"/>
              </a:ext>
            </a:extLst>
          </p:cNvPr>
          <p:cNvGrpSpPr/>
          <p:nvPr/>
        </p:nvGrpSpPr>
        <p:grpSpPr>
          <a:xfrm>
            <a:off x="293298" y="1716657"/>
            <a:ext cx="11655847" cy="4942935"/>
            <a:chOff x="293298" y="1716657"/>
            <a:chExt cx="11655847" cy="4942935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7341BF41-12E9-711B-CC54-C350A3B08ED1}"/>
                </a:ext>
              </a:extLst>
            </p:cNvPr>
            <p:cNvSpPr/>
            <p:nvPr/>
          </p:nvSpPr>
          <p:spPr>
            <a:xfrm>
              <a:off x="6146443" y="1716657"/>
              <a:ext cx="5802702" cy="41834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4FDA703A-0739-8A80-E3C7-440802AD6E81}"/>
                </a:ext>
              </a:extLst>
            </p:cNvPr>
            <p:cNvSpPr/>
            <p:nvPr/>
          </p:nvSpPr>
          <p:spPr>
            <a:xfrm>
              <a:off x="293298" y="1716657"/>
              <a:ext cx="5802702" cy="494293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6769A723-BDCD-FB95-466A-3FFE2DD5C213}"/>
                </a:ext>
              </a:extLst>
            </p:cNvPr>
            <p:cNvSpPr/>
            <p:nvPr/>
          </p:nvSpPr>
          <p:spPr>
            <a:xfrm>
              <a:off x="293298" y="1716657"/>
              <a:ext cx="5802702" cy="38818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47961684-A048-1852-2D22-680111EEE852}"/>
                </a:ext>
              </a:extLst>
            </p:cNvPr>
            <p:cNvSpPr/>
            <p:nvPr/>
          </p:nvSpPr>
          <p:spPr>
            <a:xfrm>
              <a:off x="6141384" y="1716657"/>
              <a:ext cx="5802702" cy="38818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pic>
        <p:nvPicPr>
          <p:cNvPr id="12" name="図 11">
            <a:extLst>
              <a:ext uri="{FF2B5EF4-FFF2-40B4-BE49-F238E27FC236}">
                <a16:creationId xmlns:a16="http://schemas.microsoft.com/office/drawing/2014/main" id="{1F889B37-CDE1-9C3C-C752-B7171B5EE3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8" t="2504" r="2851" b="4991"/>
          <a:stretch/>
        </p:blipFill>
        <p:spPr bwMode="auto">
          <a:xfrm>
            <a:off x="221037" y="876927"/>
            <a:ext cx="11801682" cy="5862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9155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3D61D1BE-3E00-1E0F-C04E-C760879C1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36" y="79210"/>
            <a:ext cx="11894327" cy="865707"/>
          </a:xfrm>
          <a:prstGeom prst="rect">
            <a:avLst/>
          </a:prstGeom>
        </p:spPr>
      </p:pic>
      <p:sp>
        <p:nvSpPr>
          <p:cNvPr id="19" name="テキスト ボックス 4">
            <a:extLst>
              <a:ext uri="{FF2B5EF4-FFF2-40B4-BE49-F238E27FC236}">
                <a16:creationId xmlns:a16="http://schemas.microsoft.com/office/drawing/2014/main" id="{06193044-2499-8042-BF62-8389B22ABEFF}"/>
              </a:ext>
            </a:extLst>
          </p:cNvPr>
          <p:cNvSpPr txBox="1"/>
          <p:nvPr/>
        </p:nvSpPr>
        <p:spPr>
          <a:xfrm>
            <a:off x="0" y="944917"/>
            <a:ext cx="5129125" cy="46265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2000" b="1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【</a:t>
            </a:r>
            <a:r>
              <a:rPr kumimoji="1" lang="ja-JP" altLang="en-US" sz="2000" b="1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駅伝練習ルール・マナー</a:t>
            </a:r>
            <a:r>
              <a:rPr kumimoji="1" lang="en-US" altLang="ja-JP" sz="2000" b="1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10</a:t>
            </a:r>
            <a:r>
              <a:rPr kumimoji="1" lang="ja-JP" altLang="en-US" sz="2000" b="1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ヶ条</a:t>
            </a:r>
            <a:r>
              <a:rPr kumimoji="1" lang="en-US" altLang="ja-JP" sz="2000" b="1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】</a:t>
            </a:r>
            <a:endParaRPr kumimoji="1" lang="ja-JP" altLang="en-US" sz="2000" b="1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EA157A46-79CD-A41F-B6EB-4A141BE6D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650" y="1399151"/>
            <a:ext cx="3629825" cy="5272216"/>
          </a:xfrm>
          <a:prstGeom prst="rect">
            <a:avLst/>
          </a:prstGeom>
        </p:spPr>
      </p:pic>
      <p:sp>
        <p:nvSpPr>
          <p:cNvPr id="21" name="テキスト ボックス 4">
            <a:extLst>
              <a:ext uri="{FF2B5EF4-FFF2-40B4-BE49-F238E27FC236}">
                <a16:creationId xmlns:a16="http://schemas.microsoft.com/office/drawing/2014/main" id="{5795745B-87BE-F09B-1480-1BF7AB657847}"/>
              </a:ext>
            </a:extLst>
          </p:cNvPr>
          <p:cNvSpPr txBox="1"/>
          <p:nvPr/>
        </p:nvSpPr>
        <p:spPr>
          <a:xfrm>
            <a:off x="4611735" y="1407570"/>
            <a:ext cx="7297413" cy="1437182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91440" tIns="45720" rIns="91440" bIns="45720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2400" b="1">
                <a:latin typeface="HG丸ｺﾞｼｯｸM-PRO"/>
                <a:ea typeface="HG丸ｺﾞｼｯｸM-PRO"/>
              </a:rPr>
              <a:t>・昨年は「</a:t>
            </a:r>
            <a:r>
              <a:rPr lang="ja-JP" altLang="en-US" sz="2400" b="1">
                <a:solidFill>
                  <a:srgbClr val="FF0000"/>
                </a:solidFill>
                <a:latin typeface="HG丸ｺﾞｼｯｸM-PRO"/>
                <a:ea typeface="HG丸ｺﾞｼｯｸM-PRO"/>
              </a:rPr>
              <a:t>練習禁止場所でチーム練習</a:t>
            </a:r>
            <a:r>
              <a:rPr lang="ja-JP" altLang="en-US" sz="2400" b="1">
                <a:latin typeface="HG丸ｺﾞｼｯｸM-PRO"/>
                <a:ea typeface="HG丸ｺﾞｼｯｸM-PRO"/>
              </a:rPr>
              <a:t>」を行う</a:t>
            </a:r>
            <a:endParaRPr lang="en-US" altLang="ja-JP" sz="2400" b="1">
              <a:latin typeface="HG丸ｺﾞｼｯｸM-PRO"/>
              <a:ea typeface="HG丸ｺﾞｼｯｸM-PRO"/>
            </a:endParaRPr>
          </a:p>
          <a:p>
            <a:r>
              <a:rPr lang="ja-JP" altLang="en-US" sz="2400" b="1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　</a:t>
            </a:r>
            <a:r>
              <a:rPr lang="ja-JP" altLang="en-US" sz="2400" b="1">
                <a:solidFill>
                  <a:srgbClr val="FF0000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ルール違反</a:t>
            </a:r>
            <a:r>
              <a:rPr lang="ja-JP" altLang="en-US" sz="2400" b="1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がみられました。</a:t>
            </a:r>
            <a:endParaRPr lang="en-US" altLang="ja-JP" sz="2400" b="1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lang="ja-JP" altLang="en-US" sz="2400" b="1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　このような事が続くと</a:t>
            </a:r>
            <a:r>
              <a:rPr lang="ja-JP" altLang="en-US" sz="2400" b="1">
                <a:solidFill>
                  <a:srgbClr val="FF0000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出場停止</a:t>
            </a:r>
            <a:r>
              <a:rPr lang="ja-JP" altLang="en-US" sz="2400" b="1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に繋がります。</a:t>
            </a:r>
            <a:endParaRPr lang="en-US" altLang="ja-JP" sz="2400" b="1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endParaRPr lang="en-US" altLang="ja-JP" sz="2400" b="1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5" name="テキスト ボックス 4">
            <a:extLst>
              <a:ext uri="{FF2B5EF4-FFF2-40B4-BE49-F238E27FC236}">
                <a16:creationId xmlns:a16="http://schemas.microsoft.com/office/drawing/2014/main" id="{ACA5763A-E221-AE45-AE03-8F64BA76968D}"/>
              </a:ext>
            </a:extLst>
          </p:cNvPr>
          <p:cNvSpPr txBox="1"/>
          <p:nvPr/>
        </p:nvSpPr>
        <p:spPr>
          <a:xfrm>
            <a:off x="4611735" y="3307405"/>
            <a:ext cx="7504064" cy="1567409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2400" b="1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・地域の方々にも「安全・安心」を考慮し、</a:t>
            </a:r>
            <a:endParaRPr lang="en-US" altLang="ja-JP" sz="2400" b="1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lang="ja-JP" altLang="en-US" sz="2400" b="1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　駅伝練習ルール・マナーを遵守して頂くよう</a:t>
            </a:r>
            <a:endParaRPr lang="en-US" altLang="ja-JP" sz="2400" b="1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lang="ja-JP" altLang="en-US" sz="2400" b="1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　テキストの展開をよろしくお願いいたします。</a:t>
            </a:r>
            <a:endParaRPr lang="en-US" altLang="ja-JP" sz="2400" b="1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endParaRPr lang="en-US" altLang="ja-JP" sz="2400" b="1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" name="テキスト ボックス 4">
            <a:extLst>
              <a:ext uri="{FF2B5EF4-FFF2-40B4-BE49-F238E27FC236}">
                <a16:creationId xmlns:a16="http://schemas.microsoft.com/office/drawing/2014/main" id="{C62EA394-9D28-9B2E-985C-55F634932837}"/>
              </a:ext>
            </a:extLst>
          </p:cNvPr>
          <p:cNvSpPr txBox="1"/>
          <p:nvPr/>
        </p:nvSpPr>
        <p:spPr>
          <a:xfrm>
            <a:off x="4734768" y="5671101"/>
            <a:ext cx="5908189" cy="48396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ja-JP" altLang="en-US" sz="2000" b="1">
                <a:solidFill>
                  <a:srgbClr val="0070C0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★駅伝練習ルール・マナー</a:t>
            </a:r>
            <a:r>
              <a:rPr kumimoji="1" lang="en-US" altLang="ja-JP" sz="2000" b="1">
                <a:solidFill>
                  <a:srgbClr val="0070C0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</a:t>
            </a:r>
            <a:r>
              <a:rPr kumimoji="1" lang="ja-JP" altLang="en-US" sz="2000" b="1">
                <a:solidFill>
                  <a:srgbClr val="0070C0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ヶ条（リンク）★</a:t>
            </a:r>
            <a:endParaRPr kumimoji="1" lang="ja-JP" altLang="en-US" sz="2000" b="1">
              <a:solidFill>
                <a:srgbClr val="0070C0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205E2B4-53A8-008D-69A4-A6B6ADEA53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2997" y="5108772"/>
            <a:ext cx="1652802" cy="1670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1000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クォータブル">
  <a:themeElements>
    <a:clrScheme name="クォータブル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クォータブル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クォータブル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DA43775712445F4F82775BB460FB3292" ma:contentTypeVersion="19" ma:contentTypeDescription="新しいドキュメントを作成します。" ma:contentTypeScope="" ma:versionID="8d10c720a3e03dbd7bb35ee0baff95e6">
  <xsd:schema xmlns:xsd="http://www.w3.org/2001/XMLSchema" xmlns:xs="http://www.w3.org/2001/XMLSchema" xmlns:p="http://schemas.microsoft.com/office/2006/metadata/properties" xmlns:ns2="6e9d908a-9f95-4997-80f1-3523e6bc2e19" xmlns:ns3="25ec1c44-e65e-43e7-94fb-6edd69e0929a" targetNamespace="http://schemas.microsoft.com/office/2006/metadata/properties" ma:root="true" ma:fieldsID="7cb029bf37db8016b663d8e311a8046b" ns2:_="" ns3:_="">
    <xsd:import namespace="6e9d908a-9f95-4997-80f1-3523e6bc2e19"/>
    <xsd:import namespace="25ec1c44-e65e-43e7-94fb-6edd69e092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9d908a-9f95-4997-80f1-3523e6bc2e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画像タグ" ma:readOnly="false" ma:fieldId="{5cf76f15-5ced-4ddc-b409-7134ff3c332f}" ma:taxonomyMulti="true" ma:sspId="401df557-eeb5-435c-8d7c-77a7fa12a98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ec1c44-e65e-43e7-94fb-6edd69e0929a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07a44d82-081a-4791-bff5-ed16b6724170}" ma:internalName="TaxCatchAll" ma:showField="CatchAllData" ma:web="25ec1c44-e65e-43e7-94fb-6edd69e092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5ec1c44-e65e-43e7-94fb-6edd69e0929a" xsi:nil="true"/>
    <lcf76f155ced4ddcb4097134ff3c332f xmlns="6e9d908a-9f95-4997-80f1-3523e6bc2e19">
      <Terms xmlns="http://schemas.microsoft.com/office/infopath/2007/PartnerControls"/>
    </lcf76f155ced4ddcb4097134ff3c332f>
    <SharedWithUsers xmlns="25ec1c44-e65e-43e7-94fb-6edd69e0929a">
      <UserInfo>
        <DisplayName>Ando, Takanobu/安藤 高延</DisplayName>
        <AccountId>25</AccountId>
        <AccountType/>
      </UserInfo>
      <UserInfo>
        <DisplayName>令和６年 HUREAI活動本部 支部⇔本部 メンバー</DisplayName>
        <AccountId>51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2D8D786-3A90-41D6-A3D9-2A054453B34A}"/>
</file>

<file path=customXml/itemProps2.xml><?xml version="1.0" encoding="utf-8"?>
<ds:datastoreItem xmlns:ds="http://schemas.openxmlformats.org/officeDocument/2006/customXml" ds:itemID="{A18D20E1-217E-4328-9081-D00DD4939D0C}">
  <ds:schemaRefs>
    <ds:schemaRef ds:uri="70283064-9847-4db3-8624-cd6b76d5059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C1E494E-7AEA-4D5A-AC16-A59F44E0D6F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クォータブル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Izumiura, Wataru/泉浦 渉</dc:creator>
  <cp:revision>1</cp:revision>
  <dcterms:created xsi:type="dcterms:W3CDTF">2022-03-27T05:51:37Z</dcterms:created>
  <dcterms:modified xsi:type="dcterms:W3CDTF">2025-05-07T17:08:23Z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0x010100DA43775712445F4F82775BB460FB3292</vt:lpwstr>
  </property>
  <property fmtid="{D5CDD505-2E9C-101B-9397-08002B2CF9AE}" pid="3" name="MediaServiceImageTags">
    <vt:lpwstr/>
  </property>
  <property fmtid="{D5CDD505-2E9C-101B-9397-08002B2CF9AE}" pid="4" name="Order">
    <vt:r8>7767700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  <property fmtid="{D5CDD505-2E9C-101B-9397-08002B2CF9AE}" pid="11" name="SharedWithUsers">
    <vt:lpwstr>25;#Ando, Takanobu/安藤 高延;#51;#令和６年 HUREAI活動本部 支部⇔本部 メンバー</vt:lpwstr>
  </property>
</Properties>
</file>