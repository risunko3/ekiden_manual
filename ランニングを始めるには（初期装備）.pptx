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344C3-9E2F-4A56-AB7D-76E836A9B2C7}" v="1" dt="2024-05-30T09:05:27.84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35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da, Ryuta/和田 龍太" userId="2d932581-5fbd-4652-aa43-e6a64ab27875" providerId="ADAL" clId="{693344C3-9E2F-4A56-AB7D-76E836A9B2C7}"/>
    <pc:docChg chg="modSld">
      <pc:chgData name="Wada, Ryuta/和田 龍太" userId="2d932581-5fbd-4652-aa43-e6a64ab27875" providerId="ADAL" clId="{693344C3-9E2F-4A56-AB7D-76E836A9B2C7}" dt="2024-05-30T09:05:50.091" v="61" actId="20577"/>
      <pc:docMkLst>
        <pc:docMk/>
      </pc:docMkLst>
      <pc:sldChg chg="addSp modSp mod">
        <pc:chgData name="Wada, Ryuta/和田 龍太" userId="2d932581-5fbd-4652-aa43-e6a64ab27875" providerId="ADAL" clId="{693344C3-9E2F-4A56-AB7D-76E836A9B2C7}" dt="2024-05-30T09:05:50.091" v="61" actId="20577"/>
        <pc:sldMkLst>
          <pc:docMk/>
          <pc:sldMk cId="1448658823" sldId="259"/>
        </pc:sldMkLst>
        <pc:spChg chg="add mod">
          <ac:chgData name="Wada, Ryuta/和田 龍太" userId="2d932581-5fbd-4652-aa43-e6a64ab27875" providerId="ADAL" clId="{693344C3-9E2F-4A56-AB7D-76E836A9B2C7}" dt="2024-05-30T09:05:50.091" v="61" actId="20577"/>
          <ac:spMkLst>
            <pc:docMk/>
            <pc:sldMk cId="1448658823" sldId="259"/>
            <ac:spMk id="2" creationId="{8A45C1AF-9C47-59FB-5CB9-971CFB4A611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1C88B9-BFE5-64E5-0F34-42D243459D8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5641CD8-047E-81B4-316E-A61E2A08B5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ABC7A44-EFDA-1A2A-2B14-8EF052BF1308}"/>
              </a:ext>
            </a:extLst>
          </p:cNvPr>
          <p:cNvSpPr>
            <a:spLocks noGrp="1"/>
          </p:cNvSpPr>
          <p:nvPr>
            <p:ph type="dt" sz="half" idx="10"/>
          </p:nvPr>
        </p:nvSpPr>
        <p:spPr/>
        <p:txBody>
          <a:bodyPr/>
          <a:lstStyle/>
          <a:p>
            <a:fld id="{D99FE778-B8B9-401F-BB43-C713A56FC1B0}" type="datetimeFigureOut">
              <a:rPr kumimoji="1" lang="ja-JP" altLang="en-US" smtClean="0"/>
              <a:t>2024/5/30</a:t>
            </a:fld>
            <a:endParaRPr kumimoji="1" lang="ja-JP" altLang="en-US"/>
          </a:p>
        </p:txBody>
      </p:sp>
      <p:sp>
        <p:nvSpPr>
          <p:cNvPr id="5" name="フッター プレースホルダー 4">
            <a:extLst>
              <a:ext uri="{FF2B5EF4-FFF2-40B4-BE49-F238E27FC236}">
                <a16:creationId xmlns:a16="http://schemas.microsoft.com/office/drawing/2014/main" id="{A4E396C3-29F4-719B-A4E8-55B3C24F58C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DAFAC2D-1934-8131-D01D-FBE4AA2518DA}"/>
              </a:ext>
            </a:extLst>
          </p:cNvPr>
          <p:cNvSpPr>
            <a:spLocks noGrp="1"/>
          </p:cNvSpPr>
          <p:nvPr>
            <p:ph type="sldNum" sz="quarter" idx="12"/>
          </p:nvPr>
        </p:nvSpPr>
        <p:spPr/>
        <p:txBody>
          <a:body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54538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D9B7F5-5414-268E-19B1-A41AFFDC2DD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120E8D2-48E5-2D98-5DAB-F67C482BDF9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DFA3303-A84F-6443-8712-2C2CD479FC07}"/>
              </a:ext>
            </a:extLst>
          </p:cNvPr>
          <p:cNvSpPr>
            <a:spLocks noGrp="1"/>
          </p:cNvSpPr>
          <p:nvPr>
            <p:ph type="dt" sz="half" idx="10"/>
          </p:nvPr>
        </p:nvSpPr>
        <p:spPr/>
        <p:txBody>
          <a:bodyPr/>
          <a:lstStyle/>
          <a:p>
            <a:fld id="{D99FE778-B8B9-401F-BB43-C713A56FC1B0}" type="datetimeFigureOut">
              <a:rPr kumimoji="1" lang="ja-JP" altLang="en-US" smtClean="0"/>
              <a:t>2024/5/30</a:t>
            </a:fld>
            <a:endParaRPr kumimoji="1" lang="ja-JP" altLang="en-US"/>
          </a:p>
        </p:txBody>
      </p:sp>
      <p:sp>
        <p:nvSpPr>
          <p:cNvPr id="5" name="フッター プレースホルダー 4">
            <a:extLst>
              <a:ext uri="{FF2B5EF4-FFF2-40B4-BE49-F238E27FC236}">
                <a16:creationId xmlns:a16="http://schemas.microsoft.com/office/drawing/2014/main" id="{5A663757-D901-3C15-0647-8C44E3E908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9E091DE-E842-826D-6105-83A3142B8677}"/>
              </a:ext>
            </a:extLst>
          </p:cNvPr>
          <p:cNvSpPr>
            <a:spLocks noGrp="1"/>
          </p:cNvSpPr>
          <p:nvPr>
            <p:ph type="sldNum" sz="quarter" idx="12"/>
          </p:nvPr>
        </p:nvSpPr>
        <p:spPr/>
        <p:txBody>
          <a:body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4040551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55B4B2-F28F-AB5A-878C-C500C5B76FA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115845F-A5B8-BDAD-EAB3-6C05056D9F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B1FAF31-DCF1-7B8D-0B90-D090A7B88F6C}"/>
              </a:ext>
            </a:extLst>
          </p:cNvPr>
          <p:cNvSpPr>
            <a:spLocks noGrp="1"/>
          </p:cNvSpPr>
          <p:nvPr>
            <p:ph type="dt" sz="half" idx="10"/>
          </p:nvPr>
        </p:nvSpPr>
        <p:spPr/>
        <p:txBody>
          <a:bodyPr/>
          <a:lstStyle/>
          <a:p>
            <a:fld id="{D99FE778-B8B9-401F-BB43-C713A56FC1B0}" type="datetimeFigureOut">
              <a:rPr kumimoji="1" lang="ja-JP" altLang="en-US" smtClean="0"/>
              <a:t>2024/5/30</a:t>
            </a:fld>
            <a:endParaRPr kumimoji="1" lang="ja-JP" altLang="en-US"/>
          </a:p>
        </p:txBody>
      </p:sp>
      <p:sp>
        <p:nvSpPr>
          <p:cNvPr id="5" name="フッター プレースホルダー 4">
            <a:extLst>
              <a:ext uri="{FF2B5EF4-FFF2-40B4-BE49-F238E27FC236}">
                <a16:creationId xmlns:a16="http://schemas.microsoft.com/office/drawing/2014/main" id="{F34E788F-3134-602D-B36E-B865F7AD11F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4564A83-1E1B-A1AB-C38F-EBE5A37BD582}"/>
              </a:ext>
            </a:extLst>
          </p:cNvPr>
          <p:cNvSpPr>
            <a:spLocks noGrp="1"/>
          </p:cNvSpPr>
          <p:nvPr>
            <p:ph type="sldNum" sz="quarter" idx="12"/>
          </p:nvPr>
        </p:nvSpPr>
        <p:spPr/>
        <p:txBody>
          <a:body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2476894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16AEDB-D7FF-8D76-B819-B8683A2DE4B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622E13B-46DB-E131-8FC8-6F30B728B09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41C3F13-7DDE-1BAE-D9C2-10A64C09BC0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2C3169E-CCEA-2DCC-CAA6-772354FCC493}"/>
              </a:ext>
            </a:extLst>
          </p:cNvPr>
          <p:cNvSpPr>
            <a:spLocks noGrp="1"/>
          </p:cNvSpPr>
          <p:nvPr>
            <p:ph type="dt" sz="half" idx="10"/>
          </p:nvPr>
        </p:nvSpPr>
        <p:spPr/>
        <p:txBody>
          <a:bodyPr/>
          <a:lstStyle/>
          <a:p>
            <a:fld id="{D99FE778-B8B9-401F-BB43-C713A56FC1B0}" type="datetimeFigureOut">
              <a:rPr kumimoji="1" lang="ja-JP" altLang="en-US" smtClean="0"/>
              <a:t>2024/5/30</a:t>
            </a:fld>
            <a:endParaRPr kumimoji="1" lang="ja-JP" altLang="en-US"/>
          </a:p>
        </p:txBody>
      </p:sp>
      <p:sp>
        <p:nvSpPr>
          <p:cNvPr id="6" name="フッター プレースホルダー 5">
            <a:extLst>
              <a:ext uri="{FF2B5EF4-FFF2-40B4-BE49-F238E27FC236}">
                <a16:creationId xmlns:a16="http://schemas.microsoft.com/office/drawing/2014/main" id="{77461A32-FF82-09C5-9FC9-97DBEC32C22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C418835-8C3C-88B7-C40E-054A556B9E01}"/>
              </a:ext>
            </a:extLst>
          </p:cNvPr>
          <p:cNvSpPr>
            <a:spLocks noGrp="1"/>
          </p:cNvSpPr>
          <p:nvPr>
            <p:ph type="sldNum" sz="quarter" idx="12"/>
          </p:nvPr>
        </p:nvSpPr>
        <p:spPr/>
        <p:txBody>
          <a:body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2683899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CB2DEA-9B7A-3C3C-6A99-05670B9DDA4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B9647F5-096E-1B2E-DB8A-6EA89B5F20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6F2BB4A-694D-C47C-67B6-36738277E7D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B78FD38-E09B-0ED4-1940-1FB4B76C95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CA54AD8-4746-ABF8-26AB-5EA2E8BAD52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6CA46B5-9C2C-4D16-1AA6-B9C10BD00523}"/>
              </a:ext>
            </a:extLst>
          </p:cNvPr>
          <p:cNvSpPr>
            <a:spLocks noGrp="1"/>
          </p:cNvSpPr>
          <p:nvPr>
            <p:ph type="dt" sz="half" idx="10"/>
          </p:nvPr>
        </p:nvSpPr>
        <p:spPr/>
        <p:txBody>
          <a:bodyPr/>
          <a:lstStyle/>
          <a:p>
            <a:fld id="{D99FE778-B8B9-401F-BB43-C713A56FC1B0}" type="datetimeFigureOut">
              <a:rPr kumimoji="1" lang="ja-JP" altLang="en-US" smtClean="0"/>
              <a:t>2024/5/30</a:t>
            </a:fld>
            <a:endParaRPr kumimoji="1" lang="ja-JP" altLang="en-US"/>
          </a:p>
        </p:txBody>
      </p:sp>
      <p:sp>
        <p:nvSpPr>
          <p:cNvPr id="8" name="フッター プレースホルダー 7">
            <a:extLst>
              <a:ext uri="{FF2B5EF4-FFF2-40B4-BE49-F238E27FC236}">
                <a16:creationId xmlns:a16="http://schemas.microsoft.com/office/drawing/2014/main" id="{AC61E561-0E1E-E193-013D-4EDF5291994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1069248-B074-2836-B9D2-9D16B69C589E}"/>
              </a:ext>
            </a:extLst>
          </p:cNvPr>
          <p:cNvSpPr>
            <a:spLocks noGrp="1"/>
          </p:cNvSpPr>
          <p:nvPr>
            <p:ph type="sldNum" sz="quarter" idx="12"/>
          </p:nvPr>
        </p:nvSpPr>
        <p:spPr/>
        <p:txBody>
          <a:body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1681289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CD6A1F-67B2-1261-1420-C08A93411CB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F37BC95-3961-C322-522C-D71ECAB4D4A4}"/>
              </a:ext>
            </a:extLst>
          </p:cNvPr>
          <p:cNvSpPr>
            <a:spLocks noGrp="1"/>
          </p:cNvSpPr>
          <p:nvPr>
            <p:ph type="dt" sz="half" idx="10"/>
          </p:nvPr>
        </p:nvSpPr>
        <p:spPr/>
        <p:txBody>
          <a:bodyPr/>
          <a:lstStyle/>
          <a:p>
            <a:fld id="{D99FE778-B8B9-401F-BB43-C713A56FC1B0}" type="datetimeFigureOut">
              <a:rPr kumimoji="1" lang="ja-JP" altLang="en-US" smtClean="0"/>
              <a:t>2024/5/30</a:t>
            </a:fld>
            <a:endParaRPr kumimoji="1" lang="ja-JP" altLang="en-US"/>
          </a:p>
        </p:txBody>
      </p:sp>
      <p:sp>
        <p:nvSpPr>
          <p:cNvPr id="4" name="フッター プレースホルダー 3">
            <a:extLst>
              <a:ext uri="{FF2B5EF4-FFF2-40B4-BE49-F238E27FC236}">
                <a16:creationId xmlns:a16="http://schemas.microsoft.com/office/drawing/2014/main" id="{598B164A-936A-71A2-87C6-BA438B2617D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1F96F7D-CE3D-DC13-BC9D-912EE7FA905F}"/>
              </a:ext>
            </a:extLst>
          </p:cNvPr>
          <p:cNvSpPr>
            <a:spLocks noGrp="1"/>
          </p:cNvSpPr>
          <p:nvPr>
            <p:ph type="sldNum" sz="quarter" idx="12"/>
          </p:nvPr>
        </p:nvSpPr>
        <p:spPr/>
        <p:txBody>
          <a:body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3767173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D182B26-4D76-DC58-2822-8470D58B23B8}"/>
              </a:ext>
            </a:extLst>
          </p:cNvPr>
          <p:cNvSpPr>
            <a:spLocks noGrp="1"/>
          </p:cNvSpPr>
          <p:nvPr>
            <p:ph type="dt" sz="half" idx="10"/>
          </p:nvPr>
        </p:nvSpPr>
        <p:spPr/>
        <p:txBody>
          <a:bodyPr/>
          <a:lstStyle/>
          <a:p>
            <a:fld id="{D99FE778-B8B9-401F-BB43-C713A56FC1B0}" type="datetimeFigureOut">
              <a:rPr kumimoji="1" lang="ja-JP" altLang="en-US" smtClean="0"/>
              <a:t>2024/5/30</a:t>
            </a:fld>
            <a:endParaRPr kumimoji="1" lang="ja-JP" altLang="en-US"/>
          </a:p>
        </p:txBody>
      </p:sp>
      <p:sp>
        <p:nvSpPr>
          <p:cNvPr id="3" name="フッター プレースホルダー 2">
            <a:extLst>
              <a:ext uri="{FF2B5EF4-FFF2-40B4-BE49-F238E27FC236}">
                <a16:creationId xmlns:a16="http://schemas.microsoft.com/office/drawing/2014/main" id="{CA69A42D-D239-8C2D-F143-9CC56964E86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C5F9879-B2DF-3183-67B6-6B17E57338B2}"/>
              </a:ext>
            </a:extLst>
          </p:cNvPr>
          <p:cNvSpPr>
            <a:spLocks noGrp="1"/>
          </p:cNvSpPr>
          <p:nvPr>
            <p:ph type="sldNum" sz="quarter" idx="12"/>
          </p:nvPr>
        </p:nvSpPr>
        <p:spPr/>
        <p:txBody>
          <a:body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1195666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14819F-8CF1-874C-362E-827E946A9A5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2B25939-A3BE-7888-8900-73C94D15F2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375E36F-B134-4AD9-072A-6DAB35E41D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2C6D2BC-3E1F-9845-6A68-C1433FC6C72B}"/>
              </a:ext>
            </a:extLst>
          </p:cNvPr>
          <p:cNvSpPr>
            <a:spLocks noGrp="1"/>
          </p:cNvSpPr>
          <p:nvPr>
            <p:ph type="dt" sz="half" idx="10"/>
          </p:nvPr>
        </p:nvSpPr>
        <p:spPr/>
        <p:txBody>
          <a:bodyPr/>
          <a:lstStyle/>
          <a:p>
            <a:fld id="{D99FE778-B8B9-401F-BB43-C713A56FC1B0}" type="datetimeFigureOut">
              <a:rPr kumimoji="1" lang="ja-JP" altLang="en-US" smtClean="0"/>
              <a:t>2024/5/30</a:t>
            </a:fld>
            <a:endParaRPr kumimoji="1" lang="ja-JP" altLang="en-US"/>
          </a:p>
        </p:txBody>
      </p:sp>
      <p:sp>
        <p:nvSpPr>
          <p:cNvPr id="6" name="フッター プレースホルダー 5">
            <a:extLst>
              <a:ext uri="{FF2B5EF4-FFF2-40B4-BE49-F238E27FC236}">
                <a16:creationId xmlns:a16="http://schemas.microsoft.com/office/drawing/2014/main" id="{69DAA7FC-3654-443E-C89D-701C0012657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0AC7324-084C-0A66-6E99-8BAFE4F0740E}"/>
              </a:ext>
            </a:extLst>
          </p:cNvPr>
          <p:cNvSpPr>
            <a:spLocks noGrp="1"/>
          </p:cNvSpPr>
          <p:nvPr>
            <p:ph type="sldNum" sz="quarter" idx="12"/>
          </p:nvPr>
        </p:nvSpPr>
        <p:spPr/>
        <p:txBody>
          <a:body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3113875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ACACE7-188F-92BE-017E-D81605254F4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6A9BDE4-6DEA-40AC-44BF-E6A6ED5C2A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D2357FD-9017-8F3B-A4AE-1F21B05EDA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DABA601-2A6B-F012-80C6-5BF2A8912C1F}"/>
              </a:ext>
            </a:extLst>
          </p:cNvPr>
          <p:cNvSpPr>
            <a:spLocks noGrp="1"/>
          </p:cNvSpPr>
          <p:nvPr>
            <p:ph type="dt" sz="half" idx="10"/>
          </p:nvPr>
        </p:nvSpPr>
        <p:spPr/>
        <p:txBody>
          <a:bodyPr/>
          <a:lstStyle/>
          <a:p>
            <a:fld id="{D99FE778-B8B9-401F-BB43-C713A56FC1B0}" type="datetimeFigureOut">
              <a:rPr kumimoji="1" lang="ja-JP" altLang="en-US" smtClean="0"/>
              <a:t>2024/5/30</a:t>
            </a:fld>
            <a:endParaRPr kumimoji="1" lang="ja-JP" altLang="en-US"/>
          </a:p>
        </p:txBody>
      </p:sp>
      <p:sp>
        <p:nvSpPr>
          <p:cNvPr id="6" name="フッター プレースホルダー 5">
            <a:extLst>
              <a:ext uri="{FF2B5EF4-FFF2-40B4-BE49-F238E27FC236}">
                <a16:creationId xmlns:a16="http://schemas.microsoft.com/office/drawing/2014/main" id="{B7432431-41F8-3F24-22C8-C70F3BC7BF9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42F3F73-6502-AC8A-1F4B-12C88414EF31}"/>
              </a:ext>
            </a:extLst>
          </p:cNvPr>
          <p:cNvSpPr>
            <a:spLocks noGrp="1"/>
          </p:cNvSpPr>
          <p:nvPr>
            <p:ph type="sldNum" sz="quarter" idx="12"/>
          </p:nvPr>
        </p:nvSpPr>
        <p:spPr/>
        <p:txBody>
          <a:body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2007878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7EE13B-08E7-9C85-9693-301110BDB48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C63F91A-59B4-8DAA-EC8D-0994585D8D9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4CDA072-0A54-7E15-0555-F3A9F38620E5}"/>
              </a:ext>
            </a:extLst>
          </p:cNvPr>
          <p:cNvSpPr>
            <a:spLocks noGrp="1"/>
          </p:cNvSpPr>
          <p:nvPr>
            <p:ph type="dt" sz="half" idx="10"/>
          </p:nvPr>
        </p:nvSpPr>
        <p:spPr/>
        <p:txBody>
          <a:bodyPr/>
          <a:lstStyle/>
          <a:p>
            <a:fld id="{D99FE778-B8B9-401F-BB43-C713A56FC1B0}" type="datetimeFigureOut">
              <a:rPr kumimoji="1" lang="ja-JP" altLang="en-US" smtClean="0"/>
              <a:t>2024/5/30</a:t>
            </a:fld>
            <a:endParaRPr kumimoji="1" lang="ja-JP" altLang="en-US"/>
          </a:p>
        </p:txBody>
      </p:sp>
      <p:sp>
        <p:nvSpPr>
          <p:cNvPr id="5" name="フッター プレースホルダー 4">
            <a:extLst>
              <a:ext uri="{FF2B5EF4-FFF2-40B4-BE49-F238E27FC236}">
                <a16:creationId xmlns:a16="http://schemas.microsoft.com/office/drawing/2014/main" id="{CC7864E4-927D-631C-9984-3CD9EC0ECD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23D75D9-5A91-8B24-BAB2-FF907A5AFF54}"/>
              </a:ext>
            </a:extLst>
          </p:cNvPr>
          <p:cNvSpPr>
            <a:spLocks noGrp="1"/>
          </p:cNvSpPr>
          <p:nvPr>
            <p:ph type="sldNum" sz="quarter" idx="12"/>
          </p:nvPr>
        </p:nvSpPr>
        <p:spPr/>
        <p:txBody>
          <a:body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1034689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484183B-E3AE-9141-F727-CC5B28A8FAC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E4A7E3B-2256-45CB-F925-0B7800CD761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FBFFAEA-6381-D90A-D5DB-D12CFB2FAAC5}"/>
              </a:ext>
            </a:extLst>
          </p:cNvPr>
          <p:cNvSpPr>
            <a:spLocks noGrp="1"/>
          </p:cNvSpPr>
          <p:nvPr>
            <p:ph type="dt" sz="half" idx="10"/>
          </p:nvPr>
        </p:nvSpPr>
        <p:spPr/>
        <p:txBody>
          <a:bodyPr/>
          <a:lstStyle/>
          <a:p>
            <a:fld id="{D99FE778-B8B9-401F-BB43-C713A56FC1B0}" type="datetimeFigureOut">
              <a:rPr kumimoji="1" lang="ja-JP" altLang="en-US" smtClean="0"/>
              <a:t>2024/5/30</a:t>
            </a:fld>
            <a:endParaRPr kumimoji="1" lang="ja-JP" altLang="en-US"/>
          </a:p>
        </p:txBody>
      </p:sp>
      <p:sp>
        <p:nvSpPr>
          <p:cNvPr id="5" name="フッター プレースホルダー 4">
            <a:extLst>
              <a:ext uri="{FF2B5EF4-FFF2-40B4-BE49-F238E27FC236}">
                <a16:creationId xmlns:a16="http://schemas.microsoft.com/office/drawing/2014/main" id="{024803B8-7E78-84C7-02EA-820735B0CEB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720CA6-8B33-22F1-E038-2BD1AA506231}"/>
              </a:ext>
            </a:extLst>
          </p:cNvPr>
          <p:cNvSpPr>
            <a:spLocks noGrp="1"/>
          </p:cNvSpPr>
          <p:nvPr>
            <p:ph type="sldNum" sz="quarter" idx="12"/>
          </p:nvPr>
        </p:nvSpPr>
        <p:spPr/>
        <p:txBody>
          <a:body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3867351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A202B1B-3614-FBD2-DDDD-DF636A28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D2A9C50-13D1-6077-6EF6-9514A28CAC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381E10D-E0D0-DB5C-8D91-506C9C1D19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FE778-B8B9-401F-BB43-C713A56FC1B0}" type="datetimeFigureOut">
              <a:rPr kumimoji="1" lang="ja-JP" altLang="en-US" smtClean="0"/>
              <a:t>2024/5/30</a:t>
            </a:fld>
            <a:endParaRPr kumimoji="1" lang="ja-JP" altLang="en-US"/>
          </a:p>
        </p:txBody>
      </p:sp>
      <p:sp>
        <p:nvSpPr>
          <p:cNvPr id="5" name="フッター プレースホルダー 4">
            <a:extLst>
              <a:ext uri="{FF2B5EF4-FFF2-40B4-BE49-F238E27FC236}">
                <a16:creationId xmlns:a16="http://schemas.microsoft.com/office/drawing/2014/main" id="{38BE195B-67BC-D5C9-7AE3-01F1D53DE1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95EEA76-A9F6-219E-CF2D-236B60A462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44D6B-4EF6-4365-80A2-A60B3CCBC6F8}" type="slidenum">
              <a:rPr kumimoji="1" lang="ja-JP" altLang="en-US" smtClean="0"/>
              <a:t>‹#›</a:t>
            </a:fld>
            <a:endParaRPr kumimoji="1" lang="ja-JP" altLang="en-US"/>
          </a:p>
        </p:txBody>
      </p:sp>
    </p:spTree>
    <p:extLst>
      <p:ext uri="{BB962C8B-B14F-4D97-AF65-F5344CB8AC3E}">
        <p14:creationId xmlns:p14="http://schemas.microsoft.com/office/powerpoint/2010/main" val="1848490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asics.com/jp/ja-jp/mk/support/help/shoes/select"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344332B7-27E5-E2B1-D7E4-03EF64FE571A}"/>
              </a:ext>
            </a:extLst>
          </p:cNvPr>
          <p:cNvPicPr>
            <a:picLocks noChangeAspect="1"/>
          </p:cNvPicPr>
          <p:nvPr/>
        </p:nvPicPr>
        <p:blipFill>
          <a:blip r:embed="rId2"/>
          <a:stretch>
            <a:fillRect/>
          </a:stretch>
        </p:blipFill>
        <p:spPr>
          <a:xfrm>
            <a:off x="2319953" y="851263"/>
            <a:ext cx="5650026" cy="4255310"/>
          </a:xfrm>
          <a:prstGeom prst="rect">
            <a:avLst/>
          </a:prstGeom>
        </p:spPr>
      </p:pic>
      <p:sp>
        <p:nvSpPr>
          <p:cNvPr id="6" name="楕円 5">
            <a:extLst>
              <a:ext uri="{FF2B5EF4-FFF2-40B4-BE49-F238E27FC236}">
                <a16:creationId xmlns:a16="http://schemas.microsoft.com/office/drawing/2014/main" id="{00CFC690-3113-A184-78FD-F9330F96FE20}"/>
              </a:ext>
            </a:extLst>
          </p:cNvPr>
          <p:cNvSpPr/>
          <p:nvPr/>
        </p:nvSpPr>
        <p:spPr>
          <a:xfrm>
            <a:off x="4614203" y="4304714"/>
            <a:ext cx="886265" cy="590843"/>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997C7571-B31E-DB29-C638-91651F10D02F}"/>
              </a:ext>
            </a:extLst>
          </p:cNvPr>
          <p:cNvSpPr txBox="1"/>
          <p:nvPr/>
        </p:nvSpPr>
        <p:spPr>
          <a:xfrm>
            <a:off x="4825218" y="5697415"/>
            <a:ext cx="6231988" cy="769441"/>
          </a:xfrm>
          <a:prstGeom prst="rect">
            <a:avLst/>
          </a:prstGeom>
          <a:noFill/>
        </p:spPr>
        <p:txBody>
          <a:bodyPr wrap="square" rtlCol="0">
            <a:spAutoFit/>
          </a:bodyPr>
          <a:lstStyle/>
          <a:p>
            <a:r>
              <a:rPr lang="en-US" altLang="ja-JP" sz="2400" b="1" dirty="0">
                <a:solidFill>
                  <a:srgbClr val="FF0000"/>
                </a:solidFill>
              </a:rPr>
              <a:t>【</a:t>
            </a:r>
            <a:r>
              <a:rPr lang="ja-JP" altLang="en-US" sz="2400" b="1" dirty="0">
                <a:solidFill>
                  <a:srgbClr val="FF0000"/>
                </a:solidFill>
              </a:rPr>
              <a:t>最優先</a:t>
            </a:r>
            <a:r>
              <a:rPr lang="en-US" altLang="ja-JP" sz="2400" b="1" dirty="0">
                <a:solidFill>
                  <a:srgbClr val="FF0000"/>
                </a:solidFill>
              </a:rPr>
              <a:t>】</a:t>
            </a:r>
            <a:r>
              <a:rPr lang="ja-JP" altLang="en-US" sz="2400" b="1" dirty="0">
                <a:solidFill>
                  <a:srgbClr val="FF0000"/>
                </a:solidFill>
              </a:rPr>
              <a:t>①</a:t>
            </a:r>
            <a:r>
              <a:rPr kumimoji="1" lang="ja-JP" altLang="en-US" sz="2400" b="1" dirty="0">
                <a:solidFill>
                  <a:srgbClr val="FF0000"/>
                </a:solidFill>
              </a:rPr>
              <a:t>ランニング用のシューズ</a:t>
            </a:r>
            <a:endParaRPr kumimoji="1" lang="en-US" altLang="ja-JP" sz="2400" b="1" dirty="0">
              <a:solidFill>
                <a:srgbClr val="FF0000"/>
              </a:solidFill>
            </a:endParaRPr>
          </a:p>
          <a:p>
            <a:pPr algn="ctr"/>
            <a:r>
              <a:rPr kumimoji="1" lang="ja-JP" altLang="en-US" sz="2000" b="1" dirty="0">
                <a:solidFill>
                  <a:srgbClr val="FF0000"/>
                </a:solidFill>
              </a:rPr>
              <a:t>参考：</a:t>
            </a:r>
            <a:r>
              <a:rPr lang="ja-JP" altLang="en-US" sz="2000" b="1" dirty="0">
                <a:solidFill>
                  <a:srgbClr val="FF0000"/>
                </a:solidFill>
                <a:hlinkClick r:id="rId3"/>
              </a:rPr>
              <a:t>シューズの選び方</a:t>
            </a:r>
            <a:r>
              <a:rPr lang="ja-JP" altLang="en-US" sz="2000" b="1" dirty="0">
                <a:solidFill>
                  <a:srgbClr val="FF0000"/>
                </a:solidFill>
              </a:rPr>
              <a:t>（</a:t>
            </a:r>
            <a:r>
              <a:rPr lang="en-US" altLang="ja-JP" sz="2000" b="1" dirty="0" err="1">
                <a:solidFill>
                  <a:srgbClr val="FF0000"/>
                </a:solidFill>
              </a:rPr>
              <a:t>asics</a:t>
            </a:r>
            <a:r>
              <a:rPr lang="ja-JP" altLang="en-US" sz="2000" b="1" dirty="0">
                <a:solidFill>
                  <a:srgbClr val="FF0000"/>
                </a:solidFill>
              </a:rPr>
              <a:t>サイト）</a:t>
            </a:r>
            <a:endParaRPr kumimoji="1" lang="en-US" altLang="ja-JP" sz="2000" b="1" dirty="0">
              <a:solidFill>
                <a:srgbClr val="FF0000"/>
              </a:solidFill>
            </a:endParaRPr>
          </a:p>
        </p:txBody>
      </p:sp>
      <p:cxnSp>
        <p:nvCxnSpPr>
          <p:cNvPr id="9" name="直線矢印コネクタ 8">
            <a:extLst>
              <a:ext uri="{FF2B5EF4-FFF2-40B4-BE49-F238E27FC236}">
                <a16:creationId xmlns:a16="http://schemas.microsoft.com/office/drawing/2014/main" id="{3EB35779-DE64-59BA-6043-AC867B09564F}"/>
              </a:ext>
            </a:extLst>
          </p:cNvPr>
          <p:cNvCxnSpPr/>
          <p:nvPr/>
        </p:nvCxnSpPr>
        <p:spPr>
          <a:xfrm flipH="1" flipV="1">
            <a:off x="5120640" y="4895557"/>
            <a:ext cx="379828" cy="80185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楕円 9">
            <a:extLst>
              <a:ext uri="{FF2B5EF4-FFF2-40B4-BE49-F238E27FC236}">
                <a16:creationId xmlns:a16="http://schemas.microsoft.com/office/drawing/2014/main" id="{971CAF24-4838-9A16-E89E-C863CB373BCF}"/>
              </a:ext>
            </a:extLst>
          </p:cNvPr>
          <p:cNvSpPr/>
          <p:nvPr/>
        </p:nvSpPr>
        <p:spPr>
          <a:xfrm>
            <a:off x="6654017" y="3713871"/>
            <a:ext cx="886265" cy="590843"/>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矢印コネクタ 10">
            <a:extLst>
              <a:ext uri="{FF2B5EF4-FFF2-40B4-BE49-F238E27FC236}">
                <a16:creationId xmlns:a16="http://schemas.microsoft.com/office/drawing/2014/main" id="{E1137E31-EEF7-C53E-6287-9D3807289827}"/>
              </a:ext>
            </a:extLst>
          </p:cNvPr>
          <p:cNvCxnSpPr>
            <a:cxnSpLocks/>
          </p:cNvCxnSpPr>
          <p:nvPr/>
        </p:nvCxnSpPr>
        <p:spPr>
          <a:xfrm flipV="1">
            <a:off x="5500468" y="4304715"/>
            <a:ext cx="1547444" cy="13927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7EFAADD2-F4F1-8C79-4906-D1D304E44727}"/>
              </a:ext>
            </a:extLst>
          </p:cNvPr>
          <p:cNvCxnSpPr>
            <a:cxnSpLocks/>
          </p:cNvCxnSpPr>
          <p:nvPr/>
        </p:nvCxnSpPr>
        <p:spPr>
          <a:xfrm>
            <a:off x="2819963" y="1930874"/>
            <a:ext cx="1481550" cy="50428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C4CFD0AB-74B3-7C33-EC1A-7CA723D7E1E0}"/>
              </a:ext>
            </a:extLst>
          </p:cNvPr>
          <p:cNvCxnSpPr>
            <a:cxnSpLocks/>
          </p:cNvCxnSpPr>
          <p:nvPr/>
        </p:nvCxnSpPr>
        <p:spPr>
          <a:xfrm>
            <a:off x="2819963" y="1930874"/>
            <a:ext cx="1481550" cy="13611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6EB1BF1C-5FBC-282F-2BD4-D19AD1D28D15}"/>
              </a:ext>
            </a:extLst>
          </p:cNvPr>
          <p:cNvSpPr txBox="1"/>
          <p:nvPr/>
        </p:nvSpPr>
        <p:spPr>
          <a:xfrm>
            <a:off x="312688" y="1583899"/>
            <a:ext cx="3766334" cy="461665"/>
          </a:xfrm>
          <a:prstGeom prst="rect">
            <a:avLst/>
          </a:prstGeom>
          <a:noFill/>
        </p:spPr>
        <p:txBody>
          <a:bodyPr wrap="square" rtlCol="0">
            <a:spAutoFit/>
          </a:bodyPr>
          <a:lstStyle/>
          <a:p>
            <a:r>
              <a:rPr kumimoji="1" lang="ja-JP" altLang="en-US" sz="2400" b="1" dirty="0"/>
              <a:t>②ウェアやパンツ</a:t>
            </a:r>
            <a:endParaRPr kumimoji="1" lang="en-US" altLang="ja-JP" sz="2400" b="1" dirty="0"/>
          </a:p>
        </p:txBody>
      </p:sp>
      <p:sp>
        <p:nvSpPr>
          <p:cNvPr id="32" name="テキスト ボックス 31">
            <a:extLst>
              <a:ext uri="{FF2B5EF4-FFF2-40B4-BE49-F238E27FC236}">
                <a16:creationId xmlns:a16="http://schemas.microsoft.com/office/drawing/2014/main" id="{04BC5744-184A-9D30-3DDA-87B6287E809F}"/>
              </a:ext>
            </a:extLst>
          </p:cNvPr>
          <p:cNvSpPr txBox="1"/>
          <p:nvPr/>
        </p:nvSpPr>
        <p:spPr>
          <a:xfrm>
            <a:off x="140677" y="0"/>
            <a:ext cx="8595360" cy="584775"/>
          </a:xfrm>
          <a:prstGeom prst="rect">
            <a:avLst/>
          </a:prstGeom>
          <a:noFill/>
        </p:spPr>
        <p:txBody>
          <a:bodyPr wrap="square" rtlCol="0">
            <a:spAutoFit/>
          </a:bodyPr>
          <a:lstStyle/>
          <a:p>
            <a:r>
              <a:rPr kumimoji="1" lang="ja-JP" altLang="en-US" sz="3200" b="1" u="sng" dirty="0"/>
              <a:t>ランニングで優先的に揃えたい専用装備</a:t>
            </a:r>
          </a:p>
        </p:txBody>
      </p:sp>
      <p:sp>
        <p:nvSpPr>
          <p:cNvPr id="38" name="楕円 37">
            <a:extLst>
              <a:ext uri="{FF2B5EF4-FFF2-40B4-BE49-F238E27FC236}">
                <a16:creationId xmlns:a16="http://schemas.microsoft.com/office/drawing/2014/main" id="{5DBADA62-D8F1-4FDD-65B9-A6C2F39770A3}"/>
              </a:ext>
            </a:extLst>
          </p:cNvPr>
          <p:cNvSpPr/>
          <p:nvPr/>
        </p:nvSpPr>
        <p:spPr>
          <a:xfrm>
            <a:off x="5500469" y="2139740"/>
            <a:ext cx="595532" cy="413545"/>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9" name="直線矢印コネクタ 38">
            <a:extLst>
              <a:ext uri="{FF2B5EF4-FFF2-40B4-BE49-F238E27FC236}">
                <a16:creationId xmlns:a16="http://schemas.microsoft.com/office/drawing/2014/main" id="{91D7B56E-E3A0-233E-8DD1-73FAA4ED6DC2}"/>
              </a:ext>
            </a:extLst>
          </p:cNvPr>
          <p:cNvCxnSpPr>
            <a:cxnSpLocks/>
          </p:cNvCxnSpPr>
          <p:nvPr/>
        </p:nvCxnSpPr>
        <p:spPr>
          <a:xfrm flipH="1">
            <a:off x="6194108" y="2336205"/>
            <a:ext cx="1747104" cy="3702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4B78EAD7-F282-31C5-FF85-FBA4A0540EAD}"/>
              </a:ext>
            </a:extLst>
          </p:cNvPr>
          <p:cNvSpPr txBox="1"/>
          <p:nvPr/>
        </p:nvSpPr>
        <p:spPr>
          <a:xfrm>
            <a:off x="7941212" y="2045564"/>
            <a:ext cx="4250788" cy="461665"/>
          </a:xfrm>
          <a:prstGeom prst="rect">
            <a:avLst/>
          </a:prstGeom>
          <a:noFill/>
        </p:spPr>
        <p:txBody>
          <a:bodyPr wrap="square" rtlCol="0">
            <a:spAutoFit/>
          </a:bodyPr>
          <a:lstStyle/>
          <a:p>
            <a:r>
              <a:rPr lang="ja-JP" altLang="en-US" sz="2400" b="1" dirty="0"/>
              <a:t>③時計（スマートウォッチ）</a:t>
            </a:r>
            <a:endParaRPr kumimoji="1" lang="en-US" altLang="ja-JP" sz="2400" b="1" dirty="0"/>
          </a:p>
        </p:txBody>
      </p:sp>
      <p:sp>
        <p:nvSpPr>
          <p:cNvPr id="42" name="吹き出し: 角を丸めた四角形 41">
            <a:extLst>
              <a:ext uri="{FF2B5EF4-FFF2-40B4-BE49-F238E27FC236}">
                <a16:creationId xmlns:a16="http://schemas.microsoft.com/office/drawing/2014/main" id="{13F37258-9617-0F5B-D71F-AE83D3B3DB7F}"/>
              </a:ext>
            </a:extLst>
          </p:cNvPr>
          <p:cNvSpPr/>
          <p:nvPr/>
        </p:nvSpPr>
        <p:spPr>
          <a:xfrm>
            <a:off x="7969978" y="3003582"/>
            <a:ext cx="4071967" cy="2303461"/>
          </a:xfrm>
          <a:prstGeom prst="wedgeRoundRectCallou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lIns="0" tIns="0" rIns="0" bIns="0" rtlCol="0" anchor="ctr"/>
          <a:lstStyle/>
          <a:p>
            <a:r>
              <a:rPr lang="ja-JP" altLang="en-US" sz="1400" dirty="0">
                <a:solidFill>
                  <a:srgbClr val="FF0000"/>
                </a:solidFill>
                <a:latin typeface="HGPｺﾞｼｯｸM" panose="020B0600000000000000" pitchFamily="50" charset="-128"/>
                <a:ea typeface="HGPｺﾞｼｯｸM" panose="020B0600000000000000" pitchFamily="50" charset="-128"/>
              </a:rPr>
              <a:t>一人一人足の形は違うので、万人共通のおススメシューズはありません！スポーツショップのランニングコーナーへ行って試し履きをした上で自分に合うものを購入しましょう！</a:t>
            </a:r>
            <a:endParaRPr lang="en-US" altLang="ja-JP" sz="1400" dirty="0">
              <a:solidFill>
                <a:srgbClr val="FF0000"/>
              </a:solidFill>
              <a:latin typeface="HGPｺﾞｼｯｸM" panose="020B0600000000000000" pitchFamily="50" charset="-128"/>
              <a:ea typeface="HGPｺﾞｼｯｸM" panose="020B0600000000000000" pitchFamily="50" charset="-128"/>
            </a:endParaRPr>
          </a:p>
          <a:p>
            <a:r>
              <a:rPr lang="ja-JP" altLang="en-US" sz="1400" dirty="0">
                <a:solidFill>
                  <a:srgbClr val="FF0000"/>
                </a:solidFill>
                <a:latin typeface="HGPｺﾞｼｯｸM" panose="020B0600000000000000" pitchFamily="50" charset="-128"/>
                <a:ea typeface="HGPｺﾞｼｯｸM" panose="020B0600000000000000" pitchFamily="50" charset="-128"/>
              </a:rPr>
              <a:t>わからなければまずは</a:t>
            </a:r>
            <a:r>
              <a:rPr kumimoji="1" lang="ja-JP" altLang="en-US" sz="1400" dirty="0">
                <a:solidFill>
                  <a:srgbClr val="FF0000"/>
                </a:solidFill>
                <a:latin typeface="HGPｺﾞｼｯｸM" panose="020B0600000000000000" pitchFamily="50" charset="-128"/>
                <a:ea typeface="HGPｺﾞｼｯｸM" panose="020B0600000000000000" pitchFamily="50" charset="-128"/>
              </a:rPr>
              <a:t>店員さんに声かけて足形をみてもらいましょう！その上で初心者向けに候補をだしてもらい好きなデザインのもの</a:t>
            </a:r>
            <a:r>
              <a:rPr kumimoji="1" lang="en-US" altLang="ja-JP" sz="1400" dirty="0">
                <a:solidFill>
                  <a:srgbClr val="FF0000"/>
                </a:solidFill>
                <a:latin typeface="HGPｺﾞｼｯｸM" panose="020B0600000000000000" pitchFamily="50" charset="-128"/>
                <a:ea typeface="HGPｺﾞｼｯｸM" panose="020B0600000000000000" pitchFamily="50" charset="-128"/>
              </a:rPr>
              <a:t>/</a:t>
            </a:r>
            <a:r>
              <a:rPr kumimoji="1" lang="ja-JP" altLang="en-US" sz="1400" dirty="0">
                <a:solidFill>
                  <a:srgbClr val="FF0000"/>
                </a:solidFill>
                <a:latin typeface="HGPｺﾞｼｯｸM" panose="020B0600000000000000" pitchFamily="50" charset="-128"/>
                <a:ea typeface="HGPｺﾞｼｯｸM" panose="020B0600000000000000" pitchFamily="50" charset="-128"/>
              </a:rPr>
              <a:t>試し履きした時にフィット感があるのもを選ぶのがおススメです！</a:t>
            </a:r>
          </a:p>
        </p:txBody>
      </p:sp>
      <p:sp>
        <p:nvSpPr>
          <p:cNvPr id="43" name="吹き出し: 角を丸めた四角形 42">
            <a:extLst>
              <a:ext uri="{FF2B5EF4-FFF2-40B4-BE49-F238E27FC236}">
                <a16:creationId xmlns:a16="http://schemas.microsoft.com/office/drawing/2014/main" id="{D2AE4484-D86C-1F10-EECB-2F7045DF0A8F}"/>
              </a:ext>
            </a:extLst>
          </p:cNvPr>
          <p:cNvSpPr/>
          <p:nvPr/>
        </p:nvSpPr>
        <p:spPr>
          <a:xfrm>
            <a:off x="140677" y="2803112"/>
            <a:ext cx="3243595" cy="2894303"/>
          </a:xfrm>
          <a:prstGeom prst="wedgeRoundRectCallout">
            <a:avLst>
              <a:gd name="adj1" fmla="val -8255"/>
              <a:gd name="adj2" fmla="val -74824"/>
              <a:gd name="adj3" fmla="val 16667"/>
            </a:avLst>
          </a:prstGeom>
          <a:ln>
            <a:solidFill>
              <a:schemeClr val="tx1"/>
            </a:solidFill>
          </a:ln>
        </p:spPr>
        <p:style>
          <a:lnRef idx="2">
            <a:schemeClr val="accent6"/>
          </a:lnRef>
          <a:fillRef idx="1">
            <a:schemeClr val="lt1"/>
          </a:fillRef>
          <a:effectRef idx="0">
            <a:schemeClr val="accent6"/>
          </a:effectRef>
          <a:fontRef idx="minor">
            <a:schemeClr val="dk1"/>
          </a:fontRef>
        </p:style>
        <p:txBody>
          <a:bodyPr lIns="0" tIns="0" rIns="0" bIns="0" rtlCol="0" anchor="ctr"/>
          <a:lstStyle/>
          <a:p>
            <a:r>
              <a:rPr lang="ja-JP" altLang="en-US" sz="1400" dirty="0">
                <a:solidFill>
                  <a:schemeClr val="tx1"/>
                </a:solidFill>
                <a:latin typeface="HGPｺﾞｼｯｸM" panose="020B0600000000000000" pitchFamily="50" charset="-128"/>
                <a:ea typeface="HGPｺﾞｼｯｸM" panose="020B0600000000000000" pitchFamily="50" charset="-128"/>
              </a:rPr>
              <a:t>まずは半袖</a:t>
            </a:r>
            <a:r>
              <a:rPr lang="en-US" altLang="ja-JP" sz="1400" dirty="0">
                <a:solidFill>
                  <a:schemeClr val="tx1"/>
                </a:solidFill>
                <a:latin typeface="HGPｺﾞｼｯｸM" panose="020B0600000000000000" pitchFamily="50" charset="-128"/>
                <a:ea typeface="HGPｺﾞｼｯｸM" panose="020B0600000000000000" pitchFamily="50" charset="-128"/>
              </a:rPr>
              <a:t>T</a:t>
            </a:r>
            <a:r>
              <a:rPr lang="ja-JP" altLang="en-US" sz="1400" dirty="0">
                <a:solidFill>
                  <a:schemeClr val="tx1"/>
                </a:solidFill>
                <a:latin typeface="HGPｺﾞｼｯｸM" panose="020B0600000000000000" pitchFamily="50" charset="-128"/>
                <a:ea typeface="HGPｺﾞｼｯｸM" panose="020B0600000000000000" pitchFamily="50" charset="-128"/>
              </a:rPr>
              <a:t>シャツ、身体をしめつけすぎないもの、擦れないもの、吸水速乾性がある程度あれば</a:t>
            </a:r>
            <a:r>
              <a:rPr lang="en-US" altLang="ja-JP" sz="1400" dirty="0">
                <a:solidFill>
                  <a:schemeClr val="tx1"/>
                </a:solidFill>
                <a:latin typeface="HGPｺﾞｼｯｸM" panose="020B0600000000000000" pitchFamily="50" charset="-128"/>
                <a:ea typeface="HGPｺﾞｼｯｸM" panose="020B0600000000000000" pitchFamily="50" charset="-128"/>
              </a:rPr>
              <a:t>OK</a:t>
            </a:r>
            <a:r>
              <a:rPr lang="ja-JP" altLang="en-US" sz="1400" dirty="0">
                <a:solidFill>
                  <a:schemeClr val="tx1"/>
                </a:solidFill>
                <a:latin typeface="HGPｺﾞｼｯｸM" panose="020B0600000000000000" pitchFamily="50" charset="-128"/>
                <a:ea typeface="HGPｺﾞｼｯｸM" panose="020B0600000000000000" pitchFamily="50" charset="-128"/>
              </a:rPr>
              <a:t>。</a:t>
            </a:r>
            <a:endParaRPr lang="en-US" altLang="ja-JP" sz="1400" dirty="0">
              <a:solidFill>
                <a:schemeClr val="tx1"/>
              </a:solidFill>
              <a:latin typeface="HGPｺﾞｼｯｸM" panose="020B0600000000000000" pitchFamily="50" charset="-128"/>
              <a:ea typeface="HGPｺﾞｼｯｸM" panose="020B0600000000000000" pitchFamily="50" charset="-128"/>
            </a:endParaRPr>
          </a:p>
          <a:p>
            <a:r>
              <a:rPr lang="ja-JP" altLang="en-US" sz="1400" dirty="0">
                <a:solidFill>
                  <a:schemeClr val="tx1"/>
                </a:solidFill>
                <a:latin typeface="HGPｺﾞｼｯｸM" panose="020B0600000000000000" pitchFamily="50" charset="-128"/>
                <a:ea typeface="HGPｺﾞｼｯｸM" panose="020B0600000000000000" pitchFamily="50" charset="-128"/>
              </a:rPr>
              <a:t>つぎに短パンやタイツ、同じく吸水速乾性があり、動きにくくないものなら</a:t>
            </a:r>
            <a:r>
              <a:rPr lang="en-US" altLang="ja-JP" sz="1400" dirty="0">
                <a:solidFill>
                  <a:schemeClr val="tx1"/>
                </a:solidFill>
                <a:latin typeface="HGPｺﾞｼｯｸM" panose="020B0600000000000000" pitchFamily="50" charset="-128"/>
                <a:ea typeface="HGPｺﾞｼｯｸM" panose="020B0600000000000000" pitchFamily="50" charset="-128"/>
              </a:rPr>
              <a:t>OK</a:t>
            </a:r>
            <a:r>
              <a:rPr lang="ja-JP" altLang="en-US" sz="1400" dirty="0">
                <a:solidFill>
                  <a:schemeClr val="tx1"/>
                </a:solidFill>
                <a:latin typeface="HGPｺﾞｼｯｸM" panose="020B0600000000000000" pitchFamily="50" charset="-128"/>
                <a:ea typeface="HGPｺﾞｼｯｸM" panose="020B0600000000000000" pitchFamily="50" charset="-128"/>
              </a:rPr>
              <a:t>（スパッツのような圧力をかけるタイツでも</a:t>
            </a:r>
            <a:r>
              <a:rPr lang="en-US" altLang="ja-JP" sz="1400" dirty="0">
                <a:solidFill>
                  <a:schemeClr val="tx1"/>
                </a:solidFill>
                <a:latin typeface="HGPｺﾞｼｯｸM" panose="020B0600000000000000" pitchFamily="50" charset="-128"/>
                <a:ea typeface="HGPｺﾞｼｯｸM" panose="020B0600000000000000" pitchFamily="50" charset="-128"/>
              </a:rPr>
              <a:t>OK</a:t>
            </a:r>
            <a:r>
              <a:rPr lang="ja-JP" altLang="en-US" sz="1400" dirty="0">
                <a:solidFill>
                  <a:schemeClr val="tx1"/>
                </a:solidFill>
                <a:latin typeface="HGPｺﾞｼｯｸM" panose="020B0600000000000000" pitchFamily="50" charset="-128"/>
                <a:ea typeface="HGPｺﾞｼｯｸM" panose="020B0600000000000000" pitchFamily="50" charset="-128"/>
              </a:rPr>
              <a:t>）</a:t>
            </a:r>
            <a:endParaRPr lang="en-US" altLang="ja-JP" sz="1400" dirty="0">
              <a:solidFill>
                <a:schemeClr val="tx1"/>
              </a:solidFill>
              <a:latin typeface="HGPｺﾞｼｯｸM" panose="020B0600000000000000" pitchFamily="50" charset="-128"/>
              <a:ea typeface="HGPｺﾞｼｯｸM" panose="020B0600000000000000" pitchFamily="50" charset="-128"/>
            </a:endParaRPr>
          </a:p>
          <a:p>
            <a:endParaRPr kumimoji="1" lang="en-US" altLang="ja-JP" sz="1400" dirty="0">
              <a:solidFill>
                <a:schemeClr val="tx1"/>
              </a:solidFill>
              <a:latin typeface="HGPｺﾞｼｯｸM" panose="020B0600000000000000" pitchFamily="50" charset="-128"/>
              <a:ea typeface="HGPｺﾞｼｯｸM" panose="020B0600000000000000" pitchFamily="50" charset="-128"/>
            </a:endParaRPr>
          </a:p>
          <a:p>
            <a:r>
              <a:rPr lang="ja-JP" altLang="en-US" sz="1400" dirty="0">
                <a:solidFill>
                  <a:schemeClr val="tx1"/>
                </a:solidFill>
                <a:latin typeface="HGPｺﾞｼｯｸM" panose="020B0600000000000000" pitchFamily="50" charset="-128"/>
                <a:ea typeface="HGPｺﾞｼｯｸM" panose="020B0600000000000000" pitchFamily="50" charset="-128"/>
              </a:rPr>
              <a:t>冬になったら長袖ウィンドブレーカー、ｼﾞｬｰｼﾞ等も必要になってきます</a:t>
            </a:r>
            <a:endParaRPr kumimoji="1" lang="ja-JP" altLang="en-US" sz="1400" dirty="0">
              <a:solidFill>
                <a:schemeClr val="tx1"/>
              </a:solidFill>
              <a:latin typeface="HGPｺﾞｼｯｸM" panose="020B0600000000000000" pitchFamily="50" charset="-128"/>
              <a:ea typeface="HGPｺﾞｼｯｸM" panose="020B0600000000000000" pitchFamily="50" charset="-128"/>
            </a:endParaRPr>
          </a:p>
        </p:txBody>
      </p:sp>
      <p:sp>
        <p:nvSpPr>
          <p:cNvPr id="45" name="吹き出し: 角を丸めた四角形 44">
            <a:extLst>
              <a:ext uri="{FF2B5EF4-FFF2-40B4-BE49-F238E27FC236}">
                <a16:creationId xmlns:a16="http://schemas.microsoft.com/office/drawing/2014/main" id="{AF073923-F4A3-960F-C26A-A9ABC2DE203E}"/>
              </a:ext>
            </a:extLst>
          </p:cNvPr>
          <p:cNvSpPr/>
          <p:nvPr/>
        </p:nvSpPr>
        <p:spPr>
          <a:xfrm>
            <a:off x="8172451" y="112542"/>
            <a:ext cx="3869494" cy="1581401"/>
          </a:xfrm>
          <a:prstGeom prst="wedgeRoundRectCallout">
            <a:avLst>
              <a:gd name="adj1" fmla="val -38559"/>
              <a:gd name="adj2" fmla="val 70421"/>
              <a:gd name="adj3" fmla="val 16667"/>
            </a:avLst>
          </a:prstGeom>
          <a:ln>
            <a:solidFill>
              <a:schemeClr val="tx1"/>
            </a:solidFill>
          </a:ln>
        </p:spPr>
        <p:style>
          <a:lnRef idx="2">
            <a:schemeClr val="accent6"/>
          </a:lnRef>
          <a:fillRef idx="1">
            <a:schemeClr val="lt1"/>
          </a:fillRef>
          <a:effectRef idx="0">
            <a:schemeClr val="accent6"/>
          </a:effectRef>
          <a:fontRef idx="minor">
            <a:schemeClr val="dk1"/>
          </a:fontRef>
        </p:style>
        <p:txBody>
          <a:bodyPr lIns="0" tIns="0" rIns="0" bIns="0" rtlCol="0" anchor="ctr"/>
          <a:lstStyle/>
          <a:p>
            <a:r>
              <a:rPr lang="ja-JP" altLang="en-US" sz="1400" dirty="0">
                <a:solidFill>
                  <a:schemeClr val="tx1"/>
                </a:solidFill>
                <a:latin typeface="HGPｺﾞｼｯｸM" panose="020B0600000000000000" pitchFamily="50" charset="-128"/>
                <a:ea typeface="HGPｺﾞｼｯｸM" panose="020B0600000000000000" pitchFamily="50" charset="-128"/>
              </a:rPr>
              <a:t>スマホにランニングアプリをいれれば代用できますので最初は必須ではないですが、あると本当に便利です！（脈拍やピッチ等も計測）</a:t>
            </a:r>
            <a:endParaRPr lang="en-US" altLang="ja-JP" sz="1400" dirty="0">
              <a:solidFill>
                <a:schemeClr val="tx1"/>
              </a:solidFill>
              <a:latin typeface="HGPｺﾞｼｯｸM" panose="020B0600000000000000" pitchFamily="50" charset="-128"/>
              <a:ea typeface="HGPｺﾞｼｯｸM" panose="020B0600000000000000" pitchFamily="50" charset="-128"/>
            </a:endParaRPr>
          </a:p>
          <a:p>
            <a:r>
              <a:rPr kumimoji="1" lang="ja-JP" altLang="en-US" sz="1400" dirty="0">
                <a:solidFill>
                  <a:schemeClr val="tx1"/>
                </a:solidFill>
                <a:latin typeface="HGPｺﾞｼｯｸM" panose="020B0600000000000000" pitchFamily="50" charset="-128"/>
                <a:ea typeface="HGPｺﾞｼｯｸM" panose="020B0600000000000000" pitchFamily="50" charset="-128"/>
              </a:rPr>
              <a:t>品保駅伝界隈ではガチ勢中心に「</a:t>
            </a:r>
            <a:r>
              <a:rPr kumimoji="1" lang="en-US" altLang="ja-JP" sz="1400" dirty="0" err="1">
                <a:solidFill>
                  <a:schemeClr val="tx1"/>
                </a:solidFill>
                <a:latin typeface="HGPｺﾞｼｯｸM" panose="020B0600000000000000" pitchFamily="50" charset="-128"/>
                <a:ea typeface="HGPｺﾞｼｯｸM" panose="020B0600000000000000" pitchFamily="50" charset="-128"/>
              </a:rPr>
              <a:t>Germin</a:t>
            </a:r>
            <a:r>
              <a:rPr kumimoji="1" lang="ja-JP" altLang="en-US" sz="1400" dirty="0">
                <a:solidFill>
                  <a:schemeClr val="tx1"/>
                </a:solidFill>
                <a:latin typeface="HGPｺﾞｼｯｸM" panose="020B0600000000000000" pitchFamily="50" charset="-128"/>
                <a:ea typeface="HGPｺﾞｼｯｸM" panose="020B0600000000000000" pitchFamily="50" charset="-128"/>
              </a:rPr>
              <a:t>」が圧倒的人気です</a:t>
            </a:r>
          </a:p>
        </p:txBody>
      </p:sp>
    </p:spTree>
    <p:extLst>
      <p:ext uri="{BB962C8B-B14F-4D97-AF65-F5344CB8AC3E}">
        <p14:creationId xmlns:p14="http://schemas.microsoft.com/office/powerpoint/2010/main" val="1343923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D8F64FF-733C-49E1-5CBF-466908E42DA4}"/>
              </a:ext>
            </a:extLst>
          </p:cNvPr>
          <p:cNvSpPr txBox="1"/>
          <p:nvPr/>
        </p:nvSpPr>
        <p:spPr>
          <a:xfrm>
            <a:off x="140677" y="0"/>
            <a:ext cx="4488473" cy="584775"/>
          </a:xfrm>
          <a:prstGeom prst="rect">
            <a:avLst/>
          </a:prstGeom>
          <a:noFill/>
        </p:spPr>
        <p:txBody>
          <a:bodyPr wrap="square" rtlCol="0">
            <a:spAutoFit/>
          </a:bodyPr>
          <a:lstStyle/>
          <a:p>
            <a:r>
              <a:rPr kumimoji="1" lang="ja-JP" altLang="en-US" sz="3200" b="1" u="sng" dirty="0"/>
              <a:t>他あると便利な装備</a:t>
            </a:r>
          </a:p>
        </p:txBody>
      </p:sp>
      <p:pic>
        <p:nvPicPr>
          <p:cNvPr id="6" name="図 5">
            <a:extLst>
              <a:ext uri="{FF2B5EF4-FFF2-40B4-BE49-F238E27FC236}">
                <a16:creationId xmlns:a16="http://schemas.microsoft.com/office/drawing/2014/main" id="{3B6B0C32-346A-EA03-A7AF-D16EDF3EB73A}"/>
              </a:ext>
            </a:extLst>
          </p:cNvPr>
          <p:cNvPicPr>
            <a:picLocks noChangeAspect="1"/>
          </p:cNvPicPr>
          <p:nvPr/>
        </p:nvPicPr>
        <p:blipFill>
          <a:blip r:embed="rId2"/>
          <a:stretch>
            <a:fillRect/>
          </a:stretch>
        </p:blipFill>
        <p:spPr>
          <a:xfrm>
            <a:off x="660910" y="1478119"/>
            <a:ext cx="1505160" cy="1114581"/>
          </a:xfrm>
          <a:prstGeom prst="rect">
            <a:avLst/>
          </a:prstGeom>
        </p:spPr>
      </p:pic>
      <p:pic>
        <p:nvPicPr>
          <p:cNvPr id="8" name="図 7">
            <a:extLst>
              <a:ext uri="{FF2B5EF4-FFF2-40B4-BE49-F238E27FC236}">
                <a16:creationId xmlns:a16="http://schemas.microsoft.com/office/drawing/2014/main" id="{73C3887A-3101-80F6-A48E-8B2D16DB19B6}"/>
              </a:ext>
            </a:extLst>
          </p:cNvPr>
          <p:cNvPicPr>
            <a:picLocks noChangeAspect="1"/>
          </p:cNvPicPr>
          <p:nvPr/>
        </p:nvPicPr>
        <p:blipFill>
          <a:blip r:embed="rId3"/>
          <a:stretch>
            <a:fillRect/>
          </a:stretch>
        </p:blipFill>
        <p:spPr>
          <a:xfrm>
            <a:off x="3732091" y="1375175"/>
            <a:ext cx="1562318" cy="724001"/>
          </a:xfrm>
          <a:prstGeom prst="rect">
            <a:avLst/>
          </a:prstGeom>
        </p:spPr>
      </p:pic>
      <p:pic>
        <p:nvPicPr>
          <p:cNvPr id="10" name="図 9">
            <a:extLst>
              <a:ext uri="{FF2B5EF4-FFF2-40B4-BE49-F238E27FC236}">
                <a16:creationId xmlns:a16="http://schemas.microsoft.com/office/drawing/2014/main" id="{C4037FEF-8410-4333-C1F1-7356825EC583}"/>
              </a:ext>
            </a:extLst>
          </p:cNvPr>
          <p:cNvPicPr>
            <a:picLocks noChangeAspect="1"/>
          </p:cNvPicPr>
          <p:nvPr/>
        </p:nvPicPr>
        <p:blipFill>
          <a:blip r:embed="rId4"/>
          <a:stretch>
            <a:fillRect/>
          </a:stretch>
        </p:blipFill>
        <p:spPr>
          <a:xfrm>
            <a:off x="3715276" y="2806796"/>
            <a:ext cx="1409897" cy="1257475"/>
          </a:xfrm>
          <a:prstGeom prst="rect">
            <a:avLst/>
          </a:prstGeom>
        </p:spPr>
      </p:pic>
      <p:pic>
        <p:nvPicPr>
          <p:cNvPr id="12" name="図 11">
            <a:extLst>
              <a:ext uri="{FF2B5EF4-FFF2-40B4-BE49-F238E27FC236}">
                <a16:creationId xmlns:a16="http://schemas.microsoft.com/office/drawing/2014/main" id="{B49074E1-4217-0A27-12D4-0C38ED23556C}"/>
              </a:ext>
            </a:extLst>
          </p:cNvPr>
          <p:cNvPicPr>
            <a:picLocks noChangeAspect="1"/>
          </p:cNvPicPr>
          <p:nvPr/>
        </p:nvPicPr>
        <p:blipFill>
          <a:blip r:embed="rId5"/>
          <a:stretch>
            <a:fillRect/>
          </a:stretch>
        </p:blipFill>
        <p:spPr>
          <a:xfrm>
            <a:off x="6214309" y="1314277"/>
            <a:ext cx="1857634" cy="905001"/>
          </a:xfrm>
          <a:prstGeom prst="rect">
            <a:avLst/>
          </a:prstGeom>
        </p:spPr>
      </p:pic>
      <p:pic>
        <p:nvPicPr>
          <p:cNvPr id="14" name="図 13">
            <a:extLst>
              <a:ext uri="{FF2B5EF4-FFF2-40B4-BE49-F238E27FC236}">
                <a16:creationId xmlns:a16="http://schemas.microsoft.com/office/drawing/2014/main" id="{DAB495B3-A232-761C-1A3C-326E008D4947}"/>
              </a:ext>
            </a:extLst>
          </p:cNvPr>
          <p:cNvPicPr>
            <a:picLocks noChangeAspect="1"/>
          </p:cNvPicPr>
          <p:nvPr/>
        </p:nvPicPr>
        <p:blipFill>
          <a:blip r:embed="rId6"/>
          <a:stretch>
            <a:fillRect/>
          </a:stretch>
        </p:blipFill>
        <p:spPr>
          <a:xfrm>
            <a:off x="10691154" y="2982348"/>
            <a:ext cx="863450" cy="1272452"/>
          </a:xfrm>
          <a:prstGeom prst="rect">
            <a:avLst/>
          </a:prstGeom>
        </p:spPr>
      </p:pic>
      <p:pic>
        <p:nvPicPr>
          <p:cNvPr id="16" name="図 15">
            <a:extLst>
              <a:ext uri="{FF2B5EF4-FFF2-40B4-BE49-F238E27FC236}">
                <a16:creationId xmlns:a16="http://schemas.microsoft.com/office/drawing/2014/main" id="{2B3D9740-2737-4CC6-8941-4C467C0D33E6}"/>
              </a:ext>
            </a:extLst>
          </p:cNvPr>
          <p:cNvPicPr>
            <a:picLocks noChangeAspect="1"/>
          </p:cNvPicPr>
          <p:nvPr/>
        </p:nvPicPr>
        <p:blipFill>
          <a:blip r:embed="rId7"/>
          <a:stretch>
            <a:fillRect/>
          </a:stretch>
        </p:blipFill>
        <p:spPr>
          <a:xfrm>
            <a:off x="10533384" y="1236391"/>
            <a:ext cx="1207086" cy="1263890"/>
          </a:xfrm>
          <a:prstGeom prst="rect">
            <a:avLst/>
          </a:prstGeom>
        </p:spPr>
      </p:pic>
      <p:pic>
        <p:nvPicPr>
          <p:cNvPr id="18" name="図 17">
            <a:extLst>
              <a:ext uri="{FF2B5EF4-FFF2-40B4-BE49-F238E27FC236}">
                <a16:creationId xmlns:a16="http://schemas.microsoft.com/office/drawing/2014/main" id="{7EC7B217-86E0-2DAA-48B9-6301787100CC}"/>
              </a:ext>
            </a:extLst>
          </p:cNvPr>
          <p:cNvPicPr>
            <a:picLocks noChangeAspect="1"/>
          </p:cNvPicPr>
          <p:nvPr/>
        </p:nvPicPr>
        <p:blipFill>
          <a:blip r:embed="rId8"/>
          <a:stretch>
            <a:fillRect/>
          </a:stretch>
        </p:blipFill>
        <p:spPr>
          <a:xfrm>
            <a:off x="8600347" y="1197772"/>
            <a:ext cx="990738" cy="1400370"/>
          </a:xfrm>
          <a:prstGeom prst="rect">
            <a:avLst/>
          </a:prstGeom>
        </p:spPr>
      </p:pic>
      <p:pic>
        <p:nvPicPr>
          <p:cNvPr id="20" name="図 19">
            <a:extLst>
              <a:ext uri="{FF2B5EF4-FFF2-40B4-BE49-F238E27FC236}">
                <a16:creationId xmlns:a16="http://schemas.microsoft.com/office/drawing/2014/main" id="{53F827D9-2444-A655-07FD-1BA5FE96D7C9}"/>
              </a:ext>
            </a:extLst>
          </p:cNvPr>
          <p:cNvPicPr>
            <a:picLocks noChangeAspect="1"/>
          </p:cNvPicPr>
          <p:nvPr/>
        </p:nvPicPr>
        <p:blipFill>
          <a:blip r:embed="rId9"/>
          <a:stretch>
            <a:fillRect/>
          </a:stretch>
        </p:blipFill>
        <p:spPr>
          <a:xfrm>
            <a:off x="10741047" y="4854944"/>
            <a:ext cx="899492" cy="1272452"/>
          </a:xfrm>
          <a:prstGeom prst="rect">
            <a:avLst/>
          </a:prstGeom>
        </p:spPr>
      </p:pic>
      <p:pic>
        <p:nvPicPr>
          <p:cNvPr id="22" name="図 21">
            <a:extLst>
              <a:ext uri="{FF2B5EF4-FFF2-40B4-BE49-F238E27FC236}">
                <a16:creationId xmlns:a16="http://schemas.microsoft.com/office/drawing/2014/main" id="{EBA8B240-C304-3ADF-0CBD-CCF3ABBB6B9D}"/>
              </a:ext>
            </a:extLst>
          </p:cNvPr>
          <p:cNvPicPr>
            <a:picLocks noChangeAspect="1"/>
          </p:cNvPicPr>
          <p:nvPr/>
        </p:nvPicPr>
        <p:blipFill>
          <a:blip r:embed="rId10"/>
          <a:stretch>
            <a:fillRect/>
          </a:stretch>
        </p:blipFill>
        <p:spPr>
          <a:xfrm>
            <a:off x="7100851" y="5418500"/>
            <a:ext cx="914528" cy="1095528"/>
          </a:xfrm>
          <a:prstGeom prst="rect">
            <a:avLst/>
          </a:prstGeom>
        </p:spPr>
      </p:pic>
      <p:pic>
        <p:nvPicPr>
          <p:cNvPr id="24" name="図 23">
            <a:extLst>
              <a:ext uri="{FF2B5EF4-FFF2-40B4-BE49-F238E27FC236}">
                <a16:creationId xmlns:a16="http://schemas.microsoft.com/office/drawing/2014/main" id="{B78C9B33-84F2-63D5-140A-171EF34D1D37}"/>
              </a:ext>
            </a:extLst>
          </p:cNvPr>
          <p:cNvPicPr>
            <a:picLocks noChangeAspect="1"/>
          </p:cNvPicPr>
          <p:nvPr/>
        </p:nvPicPr>
        <p:blipFill>
          <a:blip r:embed="rId11"/>
          <a:stretch>
            <a:fillRect/>
          </a:stretch>
        </p:blipFill>
        <p:spPr>
          <a:xfrm>
            <a:off x="6528798" y="3250437"/>
            <a:ext cx="1144107" cy="969314"/>
          </a:xfrm>
          <a:prstGeom prst="rect">
            <a:avLst/>
          </a:prstGeom>
        </p:spPr>
      </p:pic>
      <p:pic>
        <p:nvPicPr>
          <p:cNvPr id="26" name="図 25">
            <a:extLst>
              <a:ext uri="{FF2B5EF4-FFF2-40B4-BE49-F238E27FC236}">
                <a16:creationId xmlns:a16="http://schemas.microsoft.com/office/drawing/2014/main" id="{2426576C-34CA-DC59-1FC0-AB90BEB38BC6}"/>
              </a:ext>
            </a:extLst>
          </p:cNvPr>
          <p:cNvPicPr>
            <a:picLocks noChangeAspect="1"/>
          </p:cNvPicPr>
          <p:nvPr/>
        </p:nvPicPr>
        <p:blipFill>
          <a:blip r:embed="rId12"/>
          <a:stretch>
            <a:fillRect/>
          </a:stretch>
        </p:blipFill>
        <p:spPr>
          <a:xfrm>
            <a:off x="8501669" y="2990544"/>
            <a:ext cx="1103468" cy="1324161"/>
          </a:xfrm>
          <a:prstGeom prst="rect">
            <a:avLst/>
          </a:prstGeom>
        </p:spPr>
      </p:pic>
      <p:pic>
        <p:nvPicPr>
          <p:cNvPr id="28" name="図 27">
            <a:extLst>
              <a:ext uri="{FF2B5EF4-FFF2-40B4-BE49-F238E27FC236}">
                <a16:creationId xmlns:a16="http://schemas.microsoft.com/office/drawing/2014/main" id="{8AFE1245-3C0C-5DA8-E978-FC2B9753DD85}"/>
              </a:ext>
            </a:extLst>
          </p:cNvPr>
          <p:cNvPicPr>
            <a:picLocks noChangeAspect="1"/>
          </p:cNvPicPr>
          <p:nvPr/>
        </p:nvPicPr>
        <p:blipFill>
          <a:blip r:embed="rId13"/>
          <a:stretch>
            <a:fillRect/>
          </a:stretch>
        </p:blipFill>
        <p:spPr>
          <a:xfrm>
            <a:off x="4035721" y="4752990"/>
            <a:ext cx="962159" cy="1267002"/>
          </a:xfrm>
          <a:prstGeom prst="rect">
            <a:avLst/>
          </a:prstGeom>
        </p:spPr>
      </p:pic>
      <p:sp>
        <p:nvSpPr>
          <p:cNvPr id="29" name="テキスト ボックス 28">
            <a:extLst>
              <a:ext uri="{FF2B5EF4-FFF2-40B4-BE49-F238E27FC236}">
                <a16:creationId xmlns:a16="http://schemas.microsoft.com/office/drawing/2014/main" id="{41B9BB61-6A4B-00EE-4904-D943E6BB63BA}"/>
              </a:ext>
            </a:extLst>
          </p:cNvPr>
          <p:cNvSpPr txBox="1"/>
          <p:nvPr/>
        </p:nvSpPr>
        <p:spPr>
          <a:xfrm>
            <a:off x="2813978" y="637919"/>
            <a:ext cx="3212491" cy="519351"/>
          </a:xfrm>
          <a:prstGeom prst="ellipse">
            <a:avLst/>
          </a:prstGeom>
          <a:solidFill>
            <a:schemeClr val="accent2">
              <a:lumMod val="20000"/>
              <a:lumOff val="80000"/>
            </a:schemeClr>
          </a:solidFill>
        </p:spPr>
        <p:txBody>
          <a:bodyPr wrap="square" rtlCol="0">
            <a:spAutoFit/>
          </a:bodyPr>
          <a:lstStyle/>
          <a:p>
            <a:r>
              <a:rPr kumimoji="1" lang="ja-JP" altLang="en-US" b="1" dirty="0"/>
              <a:t>日よけ・おしゃれ系</a:t>
            </a:r>
          </a:p>
        </p:txBody>
      </p:sp>
      <p:sp>
        <p:nvSpPr>
          <p:cNvPr id="31" name="テキスト ボックス 30">
            <a:extLst>
              <a:ext uri="{FF2B5EF4-FFF2-40B4-BE49-F238E27FC236}">
                <a16:creationId xmlns:a16="http://schemas.microsoft.com/office/drawing/2014/main" id="{0E9C01FB-82E3-399E-B646-354F3401D7B4}"/>
              </a:ext>
            </a:extLst>
          </p:cNvPr>
          <p:cNvSpPr txBox="1"/>
          <p:nvPr/>
        </p:nvSpPr>
        <p:spPr>
          <a:xfrm>
            <a:off x="3715276" y="2120276"/>
            <a:ext cx="1753028" cy="369332"/>
          </a:xfrm>
          <a:prstGeom prst="rect">
            <a:avLst/>
          </a:prstGeom>
          <a:solidFill>
            <a:schemeClr val="bg1"/>
          </a:solidFill>
        </p:spPr>
        <p:txBody>
          <a:bodyPr wrap="square" rtlCol="0">
            <a:spAutoFit/>
          </a:bodyPr>
          <a:lstStyle/>
          <a:p>
            <a:r>
              <a:rPr kumimoji="1" lang="ja-JP" altLang="en-US" b="1" dirty="0"/>
              <a:t>サングラス</a:t>
            </a:r>
          </a:p>
        </p:txBody>
      </p:sp>
      <p:sp>
        <p:nvSpPr>
          <p:cNvPr id="32" name="テキスト ボックス 31">
            <a:extLst>
              <a:ext uri="{FF2B5EF4-FFF2-40B4-BE49-F238E27FC236}">
                <a16:creationId xmlns:a16="http://schemas.microsoft.com/office/drawing/2014/main" id="{FE09D7D4-FD4B-F448-57D2-95B821DBD79D}"/>
              </a:ext>
            </a:extLst>
          </p:cNvPr>
          <p:cNvSpPr txBox="1"/>
          <p:nvPr/>
        </p:nvSpPr>
        <p:spPr>
          <a:xfrm>
            <a:off x="3762876" y="4070134"/>
            <a:ext cx="1753028" cy="369332"/>
          </a:xfrm>
          <a:prstGeom prst="rect">
            <a:avLst/>
          </a:prstGeom>
          <a:solidFill>
            <a:schemeClr val="bg1"/>
          </a:solidFill>
        </p:spPr>
        <p:txBody>
          <a:bodyPr wrap="square" rtlCol="0">
            <a:spAutoFit/>
          </a:bodyPr>
          <a:lstStyle/>
          <a:p>
            <a:pPr algn="ctr"/>
            <a:r>
              <a:rPr kumimoji="1" lang="ja-JP" altLang="en-US" b="1" dirty="0"/>
              <a:t>帽子</a:t>
            </a:r>
          </a:p>
        </p:txBody>
      </p:sp>
      <p:sp>
        <p:nvSpPr>
          <p:cNvPr id="33" name="テキスト ボックス 32">
            <a:extLst>
              <a:ext uri="{FF2B5EF4-FFF2-40B4-BE49-F238E27FC236}">
                <a16:creationId xmlns:a16="http://schemas.microsoft.com/office/drawing/2014/main" id="{5806031D-B22A-0649-06BC-A20DBC0C17E6}"/>
              </a:ext>
            </a:extLst>
          </p:cNvPr>
          <p:cNvSpPr txBox="1"/>
          <p:nvPr/>
        </p:nvSpPr>
        <p:spPr>
          <a:xfrm>
            <a:off x="3738031" y="5966264"/>
            <a:ext cx="1753028" cy="369332"/>
          </a:xfrm>
          <a:prstGeom prst="rect">
            <a:avLst/>
          </a:prstGeom>
          <a:solidFill>
            <a:schemeClr val="bg1"/>
          </a:solidFill>
        </p:spPr>
        <p:txBody>
          <a:bodyPr wrap="square" rtlCol="0">
            <a:spAutoFit/>
          </a:bodyPr>
          <a:lstStyle/>
          <a:p>
            <a:pPr algn="ctr"/>
            <a:r>
              <a:rPr kumimoji="1" lang="ja-JP" altLang="en-US" b="1" dirty="0"/>
              <a:t>日焼け止め</a:t>
            </a:r>
          </a:p>
        </p:txBody>
      </p:sp>
      <p:sp>
        <p:nvSpPr>
          <p:cNvPr id="34" name="テキスト ボックス 33">
            <a:extLst>
              <a:ext uri="{FF2B5EF4-FFF2-40B4-BE49-F238E27FC236}">
                <a16:creationId xmlns:a16="http://schemas.microsoft.com/office/drawing/2014/main" id="{2DAF6727-1155-4102-A6BA-71B14E37BBCE}"/>
              </a:ext>
            </a:extLst>
          </p:cNvPr>
          <p:cNvSpPr txBox="1"/>
          <p:nvPr/>
        </p:nvSpPr>
        <p:spPr>
          <a:xfrm>
            <a:off x="6398857" y="637919"/>
            <a:ext cx="3460050" cy="519351"/>
          </a:xfrm>
          <a:prstGeom prst="ellipse">
            <a:avLst/>
          </a:prstGeom>
          <a:solidFill>
            <a:schemeClr val="accent6">
              <a:lumMod val="40000"/>
              <a:lumOff val="60000"/>
            </a:schemeClr>
          </a:solidFill>
        </p:spPr>
        <p:txBody>
          <a:bodyPr wrap="square" rtlCol="0">
            <a:spAutoFit/>
          </a:bodyPr>
          <a:lstStyle/>
          <a:p>
            <a:r>
              <a:rPr lang="ja-JP" altLang="en-US" b="1" dirty="0"/>
              <a:t>トレイル</a:t>
            </a:r>
            <a:r>
              <a:rPr kumimoji="1" lang="en-US" altLang="ja-JP" b="1" dirty="0"/>
              <a:t>/</a:t>
            </a:r>
            <a:r>
              <a:rPr kumimoji="1" lang="ja-JP" altLang="en-US" b="1" dirty="0"/>
              <a:t>通勤ラン等</a:t>
            </a:r>
          </a:p>
        </p:txBody>
      </p:sp>
      <p:pic>
        <p:nvPicPr>
          <p:cNvPr id="36" name="図 35">
            <a:extLst>
              <a:ext uri="{FF2B5EF4-FFF2-40B4-BE49-F238E27FC236}">
                <a16:creationId xmlns:a16="http://schemas.microsoft.com/office/drawing/2014/main" id="{968F0E00-CA89-2DB9-2C0C-66E247ECA6DB}"/>
              </a:ext>
            </a:extLst>
          </p:cNvPr>
          <p:cNvPicPr>
            <a:picLocks noChangeAspect="1"/>
          </p:cNvPicPr>
          <p:nvPr/>
        </p:nvPicPr>
        <p:blipFill>
          <a:blip r:embed="rId14"/>
          <a:stretch>
            <a:fillRect/>
          </a:stretch>
        </p:blipFill>
        <p:spPr>
          <a:xfrm>
            <a:off x="852080" y="3086409"/>
            <a:ext cx="948386" cy="1059146"/>
          </a:xfrm>
          <a:prstGeom prst="rect">
            <a:avLst/>
          </a:prstGeom>
        </p:spPr>
      </p:pic>
      <p:pic>
        <p:nvPicPr>
          <p:cNvPr id="38" name="図 37">
            <a:extLst>
              <a:ext uri="{FF2B5EF4-FFF2-40B4-BE49-F238E27FC236}">
                <a16:creationId xmlns:a16="http://schemas.microsoft.com/office/drawing/2014/main" id="{3050043B-5440-3FAD-F4AF-B58B363CA99C}"/>
              </a:ext>
            </a:extLst>
          </p:cNvPr>
          <p:cNvPicPr>
            <a:picLocks noChangeAspect="1"/>
          </p:cNvPicPr>
          <p:nvPr/>
        </p:nvPicPr>
        <p:blipFill>
          <a:blip r:embed="rId15"/>
          <a:stretch>
            <a:fillRect/>
          </a:stretch>
        </p:blipFill>
        <p:spPr>
          <a:xfrm>
            <a:off x="1161103" y="4170638"/>
            <a:ext cx="533474" cy="1324160"/>
          </a:xfrm>
          <a:prstGeom prst="rect">
            <a:avLst/>
          </a:prstGeom>
        </p:spPr>
      </p:pic>
      <p:sp>
        <p:nvSpPr>
          <p:cNvPr id="39" name="テキスト ボックス 38">
            <a:extLst>
              <a:ext uri="{FF2B5EF4-FFF2-40B4-BE49-F238E27FC236}">
                <a16:creationId xmlns:a16="http://schemas.microsoft.com/office/drawing/2014/main" id="{92B878C8-35CC-A4AE-D84C-DF6B86BA849B}"/>
              </a:ext>
            </a:extLst>
          </p:cNvPr>
          <p:cNvSpPr txBox="1"/>
          <p:nvPr/>
        </p:nvSpPr>
        <p:spPr>
          <a:xfrm>
            <a:off x="6529375" y="2592700"/>
            <a:ext cx="1238423" cy="369332"/>
          </a:xfrm>
          <a:prstGeom prst="rect">
            <a:avLst/>
          </a:prstGeom>
          <a:solidFill>
            <a:schemeClr val="bg1"/>
          </a:solidFill>
        </p:spPr>
        <p:txBody>
          <a:bodyPr wrap="square" rtlCol="0">
            <a:spAutoFit/>
          </a:bodyPr>
          <a:lstStyle/>
          <a:p>
            <a:r>
              <a:rPr kumimoji="1" lang="ja-JP" altLang="en-US" b="1" dirty="0"/>
              <a:t>ポーチ</a:t>
            </a:r>
          </a:p>
        </p:txBody>
      </p:sp>
      <p:sp>
        <p:nvSpPr>
          <p:cNvPr id="40" name="テキスト ボックス 39">
            <a:extLst>
              <a:ext uri="{FF2B5EF4-FFF2-40B4-BE49-F238E27FC236}">
                <a16:creationId xmlns:a16="http://schemas.microsoft.com/office/drawing/2014/main" id="{D76AEDE5-0FAE-6D2E-DC92-7EA6BC0C5773}"/>
              </a:ext>
            </a:extLst>
          </p:cNvPr>
          <p:cNvSpPr txBox="1"/>
          <p:nvPr/>
        </p:nvSpPr>
        <p:spPr>
          <a:xfrm>
            <a:off x="8590741" y="2614136"/>
            <a:ext cx="1238423" cy="369332"/>
          </a:xfrm>
          <a:prstGeom prst="rect">
            <a:avLst/>
          </a:prstGeom>
          <a:solidFill>
            <a:schemeClr val="bg1"/>
          </a:solidFill>
        </p:spPr>
        <p:txBody>
          <a:bodyPr wrap="square" rtlCol="0">
            <a:spAutoFit/>
          </a:bodyPr>
          <a:lstStyle/>
          <a:p>
            <a:r>
              <a:rPr kumimoji="1" lang="ja-JP" altLang="en-US" b="1" dirty="0"/>
              <a:t>リュック</a:t>
            </a:r>
          </a:p>
        </p:txBody>
      </p:sp>
      <p:sp>
        <p:nvSpPr>
          <p:cNvPr id="41" name="テキスト ボックス 40">
            <a:extLst>
              <a:ext uri="{FF2B5EF4-FFF2-40B4-BE49-F238E27FC236}">
                <a16:creationId xmlns:a16="http://schemas.microsoft.com/office/drawing/2014/main" id="{8E976223-4A8B-089F-2EF2-1CA73A7DA8D7}"/>
              </a:ext>
            </a:extLst>
          </p:cNvPr>
          <p:cNvSpPr txBox="1"/>
          <p:nvPr/>
        </p:nvSpPr>
        <p:spPr>
          <a:xfrm>
            <a:off x="6609060" y="4258517"/>
            <a:ext cx="1238423" cy="369332"/>
          </a:xfrm>
          <a:prstGeom prst="rect">
            <a:avLst/>
          </a:prstGeom>
          <a:solidFill>
            <a:schemeClr val="bg1"/>
          </a:solidFill>
        </p:spPr>
        <p:txBody>
          <a:bodyPr wrap="square" rtlCol="0">
            <a:spAutoFit/>
          </a:bodyPr>
          <a:lstStyle/>
          <a:p>
            <a:r>
              <a:rPr kumimoji="1" lang="ja-JP" altLang="en-US" b="1" dirty="0"/>
              <a:t>ライト</a:t>
            </a:r>
          </a:p>
        </p:txBody>
      </p:sp>
      <p:sp>
        <p:nvSpPr>
          <p:cNvPr id="42" name="テキスト ボックス 41">
            <a:extLst>
              <a:ext uri="{FF2B5EF4-FFF2-40B4-BE49-F238E27FC236}">
                <a16:creationId xmlns:a16="http://schemas.microsoft.com/office/drawing/2014/main" id="{16A45F27-C73B-5DD1-CF12-9720EDD4AF0A}"/>
              </a:ext>
            </a:extLst>
          </p:cNvPr>
          <p:cNvSpPr txBox="1"/>
          <p:nvPr/>
        </p:nvSpPr>
        <p:spPr>
          <a:xfrm>
            <a:off x="7929745" y="1889241"/>
            <a:ext cx="496707" cy="369332"/>
          </a:xfrm>
          <a:prstGeom prst="rect">
            <a:avLst/>
          </a:prstGeom>
          <a:solidFill>
            <a:schemeClr val="bg1"/>
          </a:solidFill>
        </p:spPr>
        <p:txBody>
          <a:bodyPr wrap="square" rtlCol="0">
            <a:spAutoFit/>
          </a:bodyPr>
          <a:lstStyle/>
          <a:p>
            <a:r>
              <a:rPr kumimoji="1" lang="en-US" altLang="ja-JP" b="1" dirty="0"/>
              <a:t>or</a:t>
            </a:r>
            <a:endParaRPr kumimoji="1" lang="ja-JP" altLang="en-US" b="1" dirty="0"/>
          </a:p>
        </p:txBody>
      </p:sp>
      <p:sp>
        <p:nvSpPr>
          <p:cNvPr id="43" name="テキスト ボックス 42">
            <a:extLst>
              <a:ext uri="{FF2B5EF4-FFF2-40B4-BE49-F238E27FC236}">
                <a16:creationId xmlns:a16="http://schemas.microsoft.com/office/drawing/2014/main" id="{2DFD079C-C125-D4BD-91E8-C7CB802723C6}"/>
              </a:ext>
            </a:extLst>
          </p:cNvPr>
          <p:cNvSpPr txBox="1"/>
          <p:nvPr/>
        </p:nvSpPr>
        <p:spPr>
          <a:xfrm>
            <a:off x="7946935" y="3343657"/>
            <a:ext cx="496707" cy="369332"/>
          </a:xfrm>
          <a:prstGeom prst="rect">
            <a:avLst/>
          </a:prstGeom>
          <a:solidFill>
            <a:schemeClr val="bg1"/>
          </a:solidFill>
        </p:spPr>
        <p:txBody>
          <a:bodyPr wrap="square" rtlCol="0">
            <a:spAutoFit/>
          </a:bodyPr>
          <a:lstStyle/>
          <a:p>
            <a:r>
              <a:rPr kumimoji="1" lang="en-US" altLang="ja-JP" b="1" dirty="0"/>
              <a:t>or</a:t>
            </a:r>
            <a:endParaRPr kumimoji="1" lang="ja-JP" altLang="en-US" b="1" dirty="0"/>
          </a:p>
        </p:txBody>
      </p:sp>
      <p:sp>
        <p:nvSpPr>
          <p:cNvPr id="44" name="テキスト ボックス 43">
            <a:extLst>
              <a:ext uri="{FF2B5EF4-FFF2-40B4-BE49-F238E27FC236}">
                <a16:creationId xmlns:a16="http://schemas.microsoft.com/office/drawing/2014/main" id="{86710803-65FA-14DE-CAA7-DEFC5D79ECD4}"/>
              </a:ext>
            </a:extLst>
          </p:cNvPr>
          <p:cNvSpPr txBox="1"/>
          <p:nvPr/>
        </p:nvSpPr>
        <p:spPr>
          <a:xfrm>
            <a:off x="8239398" y="4291985"/>
            <a:ext cx="1454501" cy="369332"/>
          </a:xfrm>
          <a:prstGeom prst="rect">
            <a:avLst/>
          </a:prstGeom>
          <a:solidFill>
            <a:schemeClr val="bg1"/>
          </a:solidFill>
        </p:spPr>
        <p:txBody>
          <a:bodyPr wrap="square" rtlCol="0">
            <a:spAutoFit/>
          </a:bodyPr>
          <a:lstStyle/>
          <a:p>
            <a:r>
              <a:rPr kumimoji="1" lang="ja-JP" altLang="en-US" b="1" dirty="0"/>
              <a:t>蛍光タスキ</a:t>
            </a:r>
          </a:p>
        </p:txBody>
      </p:sp>
      <p:sp>
        <p:nvSpPr>
          <p:cNvPr id="45" name="テキスト ボックス 44">
            <a:extLst>
              <a:ext uri="{FF2B5EF4-FFF2-40B4-BE49-F238E27FC236}">
                <a16:creationId xmlns:a16="http://schemas.microsoft.com/office/drawing/2014/main" id="{8F31A7D1-1D34-9830-C9D0-E543F3563117}"/>
              </a:ext>
            </a:extLst>
          </p:cNvPr>
          <p:cNvSpPr txBox="1"/>
          <p:nvPr/>
        </p:nvSpPr>
        <p:spPr>
          <a:xfrm>
            <a:off x="213832" y="637918"/>
            <a:ext cx="2526906" cy="519351"/>
          </a:xfrm>
          <a:prstGeom prst="ellipse">
            <a:avLst/>
          </a:prstGeom>
          <a:solidFill>
            <a:schemeClr val="accent5">
              <a:lumMod val="20000"/>
              <a:lumOff val="80000"/>
            </a:schemeClr>
          </a:solidFill>
        </p:spPr>
        <p:txBody>
          <a:bodyPr wrap="square" rtlCol="0">
            <a:spAutoFit/>
          </a:bodyPr>
          <a:lstStyle/>
          <a:p>
            <a:r>
              <a:rPr kumimoji="1" lang="ja-JP" altLang="en-US" b="1" dirty="0"/>
              <a:t>動きやすさ系</a:t>
            </a:r>
          </a:p>
        </p:txBody>
      </p:sp>
      <p:sp>
        <p:nvSpPr>
          <p:cNvPr id="46" name="テキスト ボックス 45">
            <a:extLst>
              <a:ext uri="{FF2B5EF4-FFF2-40B4-BE49-F238E27FC236}">
                <a16:creationId xmlns:a16="http://schemas.microsoft.com/office/drawing/2014/main" id="{9E4F365B-FFD4-DDA2-6C75-50433CE70D79}"/>
              </a:ext>
            </a:extLst>
          </p:cNvPr>
          <p:cNvSpPr txBox="1"/>
          <p:nvPr/>
        </p:nvSpPr>
        <p:spPr>
          <a:xfrm>
            <a:off x="557889" y="5730616"/>
            <a:ext cx="1753028" cy="369332"/>
          </a:xfrm>
          <a:prstGeom prst="rect">
            <a:avLst/>
          </a:prstGeom>
          <a:solidFill>
            <a:schemeClr val="bg1"/>
          </a:solidFill>
        </p:spPr>
        <p:txBody>
          <a:bodyPr wrap="square" rtlCol="0">
            <a:spAutoFit/>
          </a:bodyPr>
          <a:lstStyle/>
          <a:p>
            <a:pPr algn="ctr"/>
            <a:r>
              <a:rPr kumimoji="1" lang="ja-JP" altLang="en-US" b="1" dirty="0"/>
              <a:t>スパッツ</a:t>
            </a:r>
          </a:p>
        </p:txBody>
      </p:sp>
      <p:sp>
        <p:nvSpPr>
          <p:cNvPr id="47" name="テキスト ボックス 46">
            <a:extLst>
              <a:ext uri="{FF2B5EF4-FFF2-40B4-BE49-F238E27FC236}">
                <a16:creationId xmlns:a16="http://schemas.microsoft.com/office/drawing/2014/main" id="{4369F803-AB90-4F77-943C-E97093D63D57}"/>
              </a:ext>
            </a:extLst>
          </p:cNvPr>
          <p:cNvSpPr txBox="1"/>
          <p:nvPr/>
        </p:nvSpPr>
        <p:spPr>
          <a:xfrm>
            <a:off x="319538" y="2481259"/>
            <a:ext cx="2043297" cy="369332"/>
          </a:xfrm>
          <a:prstGeom prst="rect">
            <a:avLst/>
          </a:prstGeom>
          <a:solidFill>
            <a:schemeClr val="bg1"/>
          </a:solidFill>
        </p:spPr>
        <p:txBody>
          <a:bodyPr wrap="square" rtlCol="0">
            <a:spAutoFit/>
          </a:bodyPr>
          <a:lstStyle/>
          <a:p>
            <a:pPr algn="ctr"/>
            <a:r>
              <a:rPr kumimoji="1" lang="ja-JP" altLang="en-US" b="1" dirty="0"/>
              <a:t>５本指ソックス</a:t>
            </a:r>
          </a:p>
        </p:txBody>
      </p:sp>
      <p:sp>
        <p:nvSpPr>
          <p:cNvPr id="48" name="テキスト ボックス 47">
            <a:extLst>
              <a:ext uri="{FF2B5EF4-FFF2-40B4-BE49-F238E27FC236}">
                <a16:creationId xmlns:a16="http://schemas.microsoft.com/office/drawing/2014/main" id="{C6422486-F4ED-29A3-E7BA-328F71CF1FB0}"/>
              </a:ext>
            </a:extLst>
          </p:cNvPr>
          <p:cNvSpPr txBox="1"/>
          <p:nvPr/>
        </p:nvSpPr>
        <p:spPr>
          <a:xfrm>
            <a:off x="6774068" y="4795306"/>
            <a:ext cx="3084839" cy="519351"/>
          </a:xfrm>
          <a:prstGeom prst="ellipse">
            <a:avLst/>
          </a:prstGeom>
          <a:solidFill>
            <a:srgbClr val="FFFF00"/>
          </a:solidFill>
        </p:spPr>
        <p:txBody>
          <a:bodyPr wrap="square" rtlCol="0">
            <a:spAutoFit/>
          </a:bodyPr>
          <a:lstStyle/>
          <a:p>
            <a:pPr algn="ctr"/>
            <a:r>
              <a:rPr lang="ja-JP" altLang="en-US" b="1" dirty="0"/>
              <a:t>音楽聞きたい人</a:t>
            </a:r>
            <a:endParaRPr kumimoji="1" lang="ja-JP" altLang="en-US" b="1" dirty="0"/>
          </a:p>
        </p:txBody>
      </p:sp>
      <p:sp>
        <p:nvSpPr>
          <p:cNvPr id="49" name="テキスト ボックス 48">
            <a:extLst>
              <a:ext uri="{FF2B5EF4-FFF2-40B4-BE49-F238E27FC236}">
                <a16:creationId xmlns:a16="http://schemas.microsoft.com/office/drawing/2014/main" id="{5C15FA25-BC9C-5BF0-8356-765849C8422D}"/>
              </a:ext>
            </a:extLst>
          </p:cNvPr>
          <p:cNvSpPr txBox="1"/>
          <p:nvPr/>
        </p:nvSpPr>
        <p:spPr>
          <a:xfrm>
            <a:off x="8031292" y="5439557"/>
            <a:ext cx="1944808" cy="923330"/>
          </a:xfrm>
          <a:prstGeom prst="rect">
            <a:avLst/>
          </a:prstGeom>
          <a:solidFill>
            <a:schemeClr val="bg1"/>
          </a:solidFill>
        </p:spPr>
        <p:txBody>
          <a:bodyPr wrap="square" rtlCol="0">
            <a:spAutoFit/>
          </a:bodyPr>
          <a:lstStyle/>
          <a:p>
            <a:r>
              <a:rPr kumimoji="1" lang="ja-JP" altLang="en-US" b="1" dirty="0"/>
              <a:t>イヤホン</a:t>
            </a:r>
            <a:endParaRPr kumimoji="1" lang="en-US" altLang="ja-JP" b="1" dirty="0"/>
          </a:p>
          <a:p>
            <a:r>
              <a:rPr lang="ja-JP" altLang="en-US" b="1" dirty="0"/>
              <a:t>＆音楽デバイス</a:t>
            </a:r>
            <a:endParaRPr lang="en-US" altLang="ja-JP" b="1" dirty="0"/>
          </a:p>
          <a:p>
            <a:r>
              <a:rPr kumimoji="1" lang="ja-JP" altLang="en-US" b="1" dirty="0">
                <a:solidFill>
                  <a:srgbClr val="FF0000"/>
                </a:solidFill>
              </a:rPr>
              <a:t>（安全注意）</a:t>
            </a:r>
          </a:p>
        </p:txBody>
      </p:sp>
      <p:sp>
        <p:nvSpPr>
          <p:cNvPr id="50" name="テキスト ボックス 49">
            <a:extLst>
              <a:ext uri="{FF2B5EF4-FFF2-40B4-BE49-F238E27FC236}">
                <a16:creationId xmlns:a16="http://schemas.microsoft.com/office/drawing/2014/main" id="{7BD4B250-22B7-C2DD-7704-DB7B12F6362E}"/>
              </a:ext>
            </a:extLst>
          </p:cNvPr>
          <p:cNvSpPr txBox="1"/>
          <p:nvPr/>
        </p:nvSpPr>
        <p:spPr>
          <a:xfrm>
            <a:off x="9987453" y="613650"/>
            <a:ext cx="2082837" cy="519351"/>
          </a:xfrm>
          <a:prstGeom prst="ellipse">
            <a:avLst/>
          </a:prstGeom>
          <a:solidFill>
            <a:schemeClr val="bg1">
              <a:lumMod val="75000"/>
            </a:schemeClr>
          </a:solidFill>
        </p:spPr>
        <p:txBody>
          <a:bodyPr wrap="square" rtlCol="0">
            <a:spAutoFit/>
          </a:bodyPr>
          <a:lstStyle/>
          <a:p>
            <a:pPr algn="ctr"/>
            <a:r>
              <a:rPr kumimoji="1" lang="ja-JP" altLang="en-US" b="1" dirty="0"/>
              <a:t>防寒</a:t>
            </a:r>
          </a:p>
        </p:txBody>
      </p:sp>
      <p:sp>
        <p:nvSpPr>
          <p:cNvPr id="51" name="テキスト ボックス 50">
            <a:extLst>
              <a:ext uri="{FF2B5EF4-FFF2-40B4-BE49-F238E27FC236}">
                <a16:creationId xmlns:a16="http://schemas.microsoft.com/office/drawing/2014/main" id="{DD52D659-9B09-4549-0353-D0E6194D53AE}"/>
              </a:ext>
            </a:extLst>
          </p:cNvPr>
          <p:cNvSpPr txBox="1"/>
          <p:nvPr/>
        </p:nvSpPr>
        <p:spPr>
          <a:xfrm>
            <a:off x="10524274" y="2500281"/>
            <a:ext cx="1608551" cy="646331"/>
          </a:xfrm>
          <a:prstGeom prst="rect">
            <a:avLst/>
          </a:prstGeom>
          <a:solidFill>
            <a:schemeClr val="bg1"/>
          </a:solidFill>
        </p:spPr>
        <p:txBody>
          <a:bodyPr wrap="square" rtlCol="0">
            <a:spAutoFit/>
          </a:bodyPr>
          <a:lstStyle/>
          <a:p>
            <a:r>
              <a:rPr kumimoji="1" lang="ja-JP" altLang="en-US" b="1" dirty="0"/>
              <a:t>ウィンドブレーカー</a:t>
            </a:r>
          </a:p>
        </p:txBody>
      </p:sp>
      <p:sp>
        <p:nvSpPr>
          <p:cNvPr id="52" name="テキスト ボックス 51">
            <a:extLst>
              <a:ext uri="{FF2B5EF4-FFF2-40B4-BE49-F238E27FC236}">
                <a16:creationId xmlns:a16="http://schemas.microsoft.com/office/drawing/2014/main" id="{24BC79E0-DA89-7C07-3B15-37DBD8A989D7}"/>
              </a:ext>
            </a:extLst>
          </p:cNvPr>
          <p:cNvSpPr txBox="1"/>
          <p:nvPr/>
        </p:nvSpPr>
        <p:spPr>
          <a:xfrm>
            <a:off x="10792732" y="4244746"/>
            <a:ext cx="1116265" cy="369332"/>
          </a:xfrm>
          <a:prstGeom prst="rect">
            <a:avLst/>
          </a:prstGeom>
          <a:solidFill>
            <a:schemeClr val="bg1"/>
          </a:solidFill>
        </p:spPr>
        <p:txBody>
          <a:bodyPr wrap="square" rtlCol="0">
            <a:spAutoFit/>
          </a:bodyPr>
          <a:lstStyle/>
          <a:p>
            <a:r>
              <a:rPr kumimoji="1" lang="ja-JP" altLang="en-US" b="1" dirty="0"/>
              <a:t>手袋</a:t>
            </a:r>
          </a:p>
        </p:txBody>
      </p:sp>
      <p:sp>
        <p:nvSpPr>
          <p:cNvPr id="53" name="テキスト ボックス 52">
            <a:extLst>
              <a:ext uri="{FF2B5EF4-FFF2-40B4-BE49-F238E27FC236}">
                <a16:creationId xmlns:a16="http://schemas.microsoft.com/office/drawing/2014/main" id="{81055B99-DAC1-31C4-F72F-77038DF316F1}"/>
              </a:ext>
            </a:extLst>
          </p:cNvPr>
          <p:cNvSpPr txBox="1"/>
          <p:nvPr/>
        </p:nvSpPr>
        <p:spPr>
          <a:xfrm>
            <a:off x="10671891" y="6136544"/>
            <a:ext cx="1454500" cy="646331"/>
          </a:xfrm>
          <a:prstGeom prst="rect">
            <a:avLst/>
          </a:prstGeom>
          <a:solidFill>
            <a:schemeClr val="bg1"/>
          </a:solidFill>
        </p:spPr>
        <p:txBody>
          <a:bodyPr wrap="square" rtlCol="0">
            <a:spAutoFit/>
          </a:bodyPr>
          <a:lstStyle/>
          <a:p>
            <a:r>
              <a:rPr kumimoji="1" lang="ja-JP" altLang="en-US" b="1" dirty="0"/>
              <a:t>ネックウォーマー</a:t>
            </a:r>
          </a:p>
        </p:txBody>
      </p:sp>
    </p:spTree>
    <p:extLst>
      <p:ext uri="{BB962C8B-B14F-4D97-AF65-F5344CB8AC3E}">
        <p14:creationId xmlns:p14="http://schemas.microsoft.com/office/powerpoint/2010/main" val="3711931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E91973E-BAD7-C97F-E5D5-1A7068CF2859}"/>
              </a:ext>
            </a:extLst>
          </p:cNvPr>
          <p:cNvSpPr txBox="1"/>
          <p:nvPr/>
        </p:nvSpPr>
        <p:spPr>
          <a:xfrm>
            <a:off x="140677" y="0"/>
            <a:ext cx="5809957" cy="584775"/>
          </a:xfrm>
          <a:prstGeom prst="rect">
            <a:avLst/>
          </a:prstGeom>
          <a:noFill/>
        </p:spPr>
        <p:txBody>
          <a:bodyPr wrap="square" rtlCol="0">
            <a:spAutoFit/>
          </a:bodyPr>
          <a:lstStyle/>
          <a:p>
            <a:r>
              <a:rPr kumimoji="1" lang="ja-JP" altLang="en-US" sz="3200" b="1" u="sng" dirty="0"/>
              <a:t>装備以外での必要なもの</a:t>
            </a:r>
          </a:p>
        </p:txBody>
      </p:sp>
      <p:graphicFrame>
        <p:nvGraphicFramePr>
          <p:cNvPr id="5" name="表 5">
            <a:extLst>
              <a:ext uri="{FF2B5EF4-FFF2-40B4-BE49-F238E27FC236}">
                <a16:creationId xmlns:a16="http://schemas.microsoft.com/office/drawing/2014/main" id="{AEB66344-676F-9001-8079-1C5E243BB197}"/>
              </a:ext>
            </a:extLst>
          </p:cNvPr>
          <p:cNvGraphicFramePr>
            <a:graphicFrameLocks noGrp="1"/>
          </p:cNvGraphicFramePr>
          <p:nvPr>
            <p:extLst>
              <p:ext uri="{D42A27DB-BD31-4B8C-83A1-F6EECF244321}">
                <p14:modId xmlns:p14="http://schemas.microsoft.com/office/powerpoint/2010/main" val="1717911598"/>
              </p:ext>
            </p:extLst>
          </p:nvPr>
        </p:nvGraphicFramePr>
        <p:xfrm>
          <a:off x="667434" y="944749"/>
          <a:ext cx="10685194" cy="2377440"/>
        </p:xfrm>
        <a:graphic>
          <a:graphicData uri="http://schemas.openxmlformats.org/drawingml/2006/table">
            <a:tbl>
              <a:tblPr firstRow="1" bandRow="1">
                <a:tableStyleId>{5940675A-B579-460E-94D1-54222C63F5DA}</a:tableStyleId>
              </a:tblPr>
              <a:tblGrid>
                <a:gridCol w="2441526">
                  <a:extLst>
                    <a:ext uri="{9D8B030D-6E8A-4147-A177-3AD203B41FA5}">
                      <a16:colId xmlns:a16="http://schemas.microsoft.com/office/drawing/2014/main" val="2732417375"/>
                    </a:ext>
                  </a:extLst>
                </a:gridCol>
                <a:gridCol w="8243668">
                  <a:extLst>
                    <a:ext uri="{9D8B030D-6E8A-4147-A177-3AD203B41FA5}">
                      <a16:colId xmlns:a16="http://schemas.microsoft.com/office/drawing/2014/main" val="2840531706"/>
                    </a:ext>
                  </a:extLst>
                </a:gridCol>
              </a:tblGrid>
              <a:tr h="616653">
                <a:tc>
                  <a:txBody>
                    <a:bodyPr/>
                    <a:lstStyle/>
                    <a:p>
                      <a:r>
                        <a:rPr kumimoji="1" lang="ja-JP" altLang="en-US" dirty="0"/>
                        <a:t>ランニングアプリ（スマートウォッチが無い方）</a:t>
                      </a:r>
                    </a:p>
                  </a:txBody>
                  <a:tcPr/>
                </a:tc>
                <a:tc>
                  <a:txBody>
                    <a:bodyPr/>
                    <a:lstStyle/>
                    <a:p>
                      <a:r>
                        <a:rPr kumimoji="1" lang="ja-JP" altLang="ja-JP" sz="1800" b="0" i="0" u="none" strike="noStrike" kern="1200" dirty="0">
                          <a:solidFill>
                            <a:schemeClr val="tx1"/>
                          </a:solidFill>
                          <a:effectLst/>
                          <a:latin typeface="+mn-lt"/>
                          <a:ea typeface="+mn-ea"/>
                          <a:cs typeface="+mn-cs"/>
                        </a:rPr>
                        <a:t>アプリを</a:t>
                      </a:r>
                      <a:r>
                        <a:rPr kumimoji="1" lang="en-US" altLang="ja-JP" sz="1800" b="0" i="0" u="none" strike="noStrike" kern="1200" dirty="0">
                          <a:solidFill>
                            <a:schemeClr val="tx1"/>
                          </a:solidFill>
                          <a:effectLst/>
                          <a:latin typeface="+mn-lt"/>
                          <a:ea typeface="+mn-ea"/>
                          <a:cs typeface="+mn-cs"/>
                        </a:rPr>
                        <a:t>DL</a:t>
                      </a:r>
                      <a:r>
                        <a:rPr kumimoji="1" lang="ja-JP" altLang="ja-JP" sz="1800" b="0" i="0" u="none" strike="noStrike" kern="1200" dirty="0">
                          <a:solidFill>
                            <a:schemeClr val="tx1"/>
                          </a:solidFill>
                          <a:effectLst/>
                          <a:latin typeface="+mn-lt"/>
                          <a:ea typeface="+mn-ea"/>
                          <a:cs typeface="+mn-cs"/>
                        </a:rPr>
                        <a:t>したスマホをもって走る事で距離とタイムを測定でき、スマホ上で結果を参照できます。例えば下記</a:t>
                      </a:r>
                      <a:r>
                        <a:rPr kumimoji="1" lang="ja-JP" altLang="en-US" sz="1800" b="0" i="0" u="none" strike="noStrike" kern="1200" dirty="0">
                          <a:solidFill>
                            <a:schemeClr val="tx1"/>
                          </a:solidFill>
                          <a:effectLst/>
                          <a:latin typeface="+mn-lt"/>
                          <a:ea typeface="+mn-ea"/>
                          <a:cs typeface="+mn-cs"/>
                        </a:rPr>
                        <a:t>、他にも沢山あるので</a:t>
                      </a:r>
                      <a:r>
                        <a:rPr kumimoji="1" lang="ja-JP" altLang="ja-JP" sz="1800" b="0" i="0" u="none" strike="noStrike" kern="1200" dirty="0">
                          <a:solidFill>
                            <a:schemeClr val="tx1"/>
                          </a:solidFill>
                          <a:effectLst/>
                          <a:latin typeface="+mn-lt"/>
                          <a:ea typeface="+mn-ea"/>
                          <a:cs typeface="+mn-cs"/>
                        </a:rPr>
                        <a:t>お好きなものを</a:t>
                      </a:r>
                      <a:r>
                        <a:rPr kumimoji="1" lang="en-US" altLang="ja-JP" sz="1800" b="0" i="0" u="none" strike="noStrike" kern="1200" dirty="0">
                          <a:solidFill>
                            <a:schemeClr val="tx1"/>
                          </a:solidFill>
                          <a:effectLst/>
                          <a:latin typeface="+mn-lt"/>
                          <a:ea typeface="+mn-ea"/>
                          <a:cs typeface="+mn-cs"/>
                        </a:rPr>
                        <a:t>DL</a:t>
                      </a:r>
                      <a:r>
                        <a:rPr kumimoji="1" lang="ja-JP" altLang="ja-JP" sz="1800" b="0" i="0" u="none" strike="noStrike" kern="1200" dirty="0">
                          <a:solidFill>
                            <a:schemeClr val="tx1"/>
                          </a:solidFill>
                          <a:effectLst/>
                          <a:latin typeface="+mn-lt"/>
                          <a:ea typeface="+mn-ea"/>
                          <a:cs typeface="+mn-cs"/>
                        </a:rPr>
                        <a:t>下さい。</a:t>
                      </a:r>
                      <a:endParaRPr kumimoji="1" lang="en-US" altLang="ja-JP" sz="1800" b="0" i="0" u="none" strike="noStrike" kern="1200" dirty="0">
                        <a:solidFill>
                          <a:schemeClr val="tx1"/>
                        </a:solidFill>
                        <a:effectLst/>
                        <a:latin typeface="+mn-lt"/>
                        <a:ea typeface="+mn-ea"/>
                        <a:cs typeface="+mn-cs"/>
                      </a:endParaRPr>
                    </a:p>
                    <a:p>
                      <a:r>
                        <a:rPr kumimoji="1" lang="en-US" altLang="ja-JP" dirty="0"/>
                        <a:t>TATTA</a:t>
                      </a:r>
                      <a:r>
                        <a:rPr kumimoji="1" lang="ja-JP" altLang="en-US" dirty="0"/>
                        <a:t>／</a:t>
                      </a:r>
                      <a:r>
                        <a:rPr kumimoji="1" lang="en-US" altLang="ja-JP" dirty="0"/>
                        <a:t>STRAVA</a:t>
                      </a:r>
                      <a:r>
                        <a:rPr kumimoji="1" lang="ja-JP" altLang="en-US" dirty="0"/>
                        <a:t>／</a:t>
                      </a:r>
                      <a:r>
                        <a:rPr kumimoji="1" lang="en-US" altLang="ja-JP" dirty="0"/>
                        <a:t>Nike run </a:t>
                      </a:r>
                      <a:r>
                        <a:rPr kumimoji="1" lang="ja-JP" altLang="en-US" dirty="0"/>
                        <a:t>・・・次ページに比較したものあります</a:t>
                      </a:r>
                      <a:endParaRPr kumimoji="1" lang="en-US" altLang="ja-JP" dirty="0"/>
                    </a:p>
                  </a:txBody>
                  <a:tcPr/>
                </a:tc>
                <a:extLst>
                  <a:ext uri="{0D108BD9-81ED-4DB2-BD59-A6C34878D82A}">
                    <a16:rowId xmlns:a16="http://schemas.microsoft.com/office/drawing/2014/main" val="749239825"/>
                  </a:ext>
                </a:extLst>
              </a:tr>
              <a:tr h="616653">
                <a:tc>
                  <a:txBody>
                    <a:bodyPr/>
                    <a:lstStyle/>
                    <a:p>
                      <a:r>
                        <a:rPr kumimoji="1" lang="ja-JP" altLang="en-US" dirty="0"/>
                        <a:t>走るコース</a:t>
                      </a:r>
                    </a:p>
                  </a:txBody>
                  <a:tcPr/>
                </a:tc>
                <a:tc>
                  <a:txBody>
                    <a:bodyPr/>
                    <a:lstStyle/>
                    <a:p>
                      <a:r>
                        <a:rPr kumimoji="1" lang="ja-JP" altLang="en-US" dirty="0"/>
                        <a:t>自宅の周りに走れるコースをさがしておきましょう！下記を考慮して安全第一でいいコースを探しましょう！</a:t>
                      </a:r>
                      <a:endParaRPr kumimoji="1" lang="en-US" altLang="ja-JP" dirty="0"/>
                    </a:p>
                    <a:p>
                      <a:r>
                        <a:rPr kumimoji="1" lang="ja-JP" altLang="en-US" dirty="0"/>
                        <a:t>・信号や道路横断の有無／道幅の広さ／安全性（歩行者専用道か？車や自転車、人の通行量）／夜の照明有無／路面凹凸・・・</a:t>
                      </a:r>
                    </a:p>
                  </a:txBody>
                  <a:tcPr/>
                </a:tc>
                <a:extLst>
                  <a:ext uri="{0D108BD9-81ED-4DB2-BD59-A6C34878D82A}">
                    <a16:rowId xmlns:a16="http://schemas.microsoft.com/office/drawing/2014/main" val="4175355853"/>
                  </a:ext>
                </a:extLst>
              </a:tr>
            </a:tbl>
          </a:graphicData>
        </a:graphic>
      </p:graphicFrame>
      <p:sp>
        <p:nvSpPr>
          <p:cNvPr id="6" name="テキスト ボックス 5">
            <a:extLst>
              <a:ext uri="{FF2B5EF4-FFF2-40B4-BE49-F238E27FC236}">
                <a16:creationId xmlns:a16="http://schemas.microsoft.com/office/drawing/2014/main" id="{60FEE55F-C6CC-EB20-8572-AFAB0A37B3CF}"/>
              </a:ext>
            </a:extLst>
          </p:cNvPr>
          <p:cNvSpPr txBox="1"/>
          <p:nvPr/>
        </p:nvSpPr>
        <p:spPr>
          <a:xfrm>
            <a:off x="140677" y="3502176"/>
            <a:ext cx="5809957" cy="584775"/>
          </a:xfrm>
          <a:prstGeom prst="rect">
            <a:avLst/>
          </a:prstGeom>
          <a:noFill/>
        </p:spPr>
        <p:txBody>
          <a:bodyPr wrap="square" rtlCol="0">
            <a:spAutoFit/>
          </a:bodyPr>
          <a:lstStyle/>
          <a:p>
            <a:r>
              <a:rPr kumimoji="1" lang="ja-JP" altLang="en-US" sz="3200" b="1" u="sng" dirty="0"/>
              <a:t>装備以外であるといいもの</a:t>
            </a:r>
          </a:p>
        </p:txBody>
      </p:sp>
      <p:graphicFrame>
        <p:nvGraphicFramePr>
          <p:cNvPr id="7" name="表 5">
            <a:extLst>
              <a:ext uri="{FF2B5EF4-FFF2-40B4-BE49-F238E27FC236}">
                <a16:creationId xmlns:a16="http://schemas.microsoft.com/office/drawing/2014/main" id="{8482D358-A5B1-A1D9-6C45-649AA82CABBF}"/>
              </a:ext>
            </a:extLst>
          </p:cNvPr>
          <p:cNvGraphicFramePr>
            <a:graphicFrameLocks noGrp="1"/>
          </p:cNvGraphicFramePr>
          <p:nvPr>
            <p:extLst>
              <p:ext uri="{D42A27DB-BD31-4B8C-83A1-F6EECF244321}">
                <p14:modId xmlns:p14="http://schemas.microsoft.com/office/powerpoint/2010/main" val="2114308113"/>
              </p:ext>
            </p:extLst>
          </p:nvPr>
        </p:nvGraphicFramePr>
        <p:xfrm>
          <a:off x="667434" y="4266938"/>
          <a:ext cx="10685194" cy="1873386"/>
        </p:xfrm>
        <a:graphic>
          <a:graphicData uri="http://schemas.openxmlformats.org/drawingml/2006/table">
            <a:tbl>
              <a:tblPr firstRow="1" bandRow="1">
                <a:tableStyleId>{5940675A-B579-460E-94D1-54222C63F5DA}</a:tableStyleId>
              </a:tblPr>
              <a:tblGrid>
                <a:gridCol w="2441526">
                  <a:extLst>
                    <a:ext uri="{9D8B030D-6E8A-4147-A177-3AD203B41FA5}">
                      <a16:colId xmlns:a16="http://schemas.microsoft.com/office/drawing/2014/main" val="2732417375"/>
                    </a:ext>
                  </a:extLst>
                </a:gridCol>
                <a:gridCol w="8243668">
                  <a:extLst>
                    <a:ext uri="{9D8B030D-6E8A-4147-A177-3AD203B41FA5}">
                      <a16:colId xmlns:a16="http://schemas.microsoft.com/office/drawing/2014/main" val="2840531706"/>
                    </a:ext>
                  </a:extLst>
                </a:gridCol>
              </a:tblGrid>
              <a:tr h="616653">
                <a:tc>
                  <a:txBody>
                    <a:bodyPr/>
                    <a:lstStyle/>
                    <a:p>
                      <a:r>
                        <a:rPr kumimoji="1" lang="ja-JP" altLang="en-US" dirty="0"/>
                        <a:t>トレーニング・ケア用品</a:t>
                      </a:r>
                    </a:p>
                  </a:txBody>
                  <a:tcPr/>
                </a:tc>
                <a:tc>
                  <a:txBody>
                    <a:bodyPr/>
                    <a:lstStyle/>
                    <a:p>
                      <a:r>
                        <a:rPr kumimoji="1" lang="ja-JP" altLang="en-US" sz="1800" b="0" i="0" u="none" strike="noStrike" kern="1200" dirty="0">
                          <a:solidFill>
                            <a:schemeClr val="tx1"/>
                          </a:solidFill>
                          <a:effectLst/>
                          <a:latin typeface="+mn-lt"/>
                          <a:ea typeface="+mn-ea"/>
                          <a:cs typeface="+mn-cs"/>
                        </a:rPr>
                        <a:t>ストレッチマット（筋トレにも）、ストレッチポール、マッサージガン</a:t>
                      </a:r>
                      <a:endParaRPr kumimoji="1" lang="en-US" altLang="ja-JP" dirty="0"/>
                    </a:p>
                  </a:txBody>
                  <a:tcPr/>
                </a:tc>
                <a:extLst>
                  <a:ext uri="{0D108BD9-81ED-4DB2-BD59-A6C34878D82A}">
                    <a16:rowId xmlns:a16="http://schemas.microsoft.com/office/drawing/2014/main" val="749239825"/>
                  </a:ext>
                </a:extLst>
              </a:tr>
              <a:tr h="616653">
                <a:tc>
                  <a:txBody>
                    <a:bodyPr/>
                    <a:lstStyle/>
                    <a:p>
                      <a:r>
                        <a:rPr kumimoji="1" lang="ja-JP" altLang="en-US" dirty="0"/>
                        <a:t>サプリメント系</a:t>
                      </a:r>
                    </a:p>
                  </a:txBody>
                  <a:tcPr/>
                </a:tc>
                <a:tc>
                  <a:txBody>
                    <a:bodyPr/>
                    <a:lstStyle/>
                    <a:p>
                      <a:r>
                        <a:rPr kumimoji="1" lang="ja-JP" altLang="en-US" sz="1800" b="0" i="0" u="none" strike="noStrike" kern="1200" dirty="0">
                          <a:solidFill>
                            <a:schemeClr val="tx1"/>
                          </a:solidFill>
                          <a:effectLst/>
                          <a:latin typeface="+mn-lt"/>
                          <a:ea typeface="+mn-ea"/>
                          <a:cs typeface="+mn-cs"/>
                        </a:rPr>
                        <a:t>アミノバイタル、プロテイン＆シェーカー、鉄分タブレット</a:t>
                      </a:r>
                      <a:endParaRPr kumimoji="1" lang="en-US" altLang="ja-JP" dirty="0"/>
                    </a:p>
                  </a:txBody>
                  <a:tcPr/>
                </a:tc>
                <a:extLst>
                  <a:ext uri="{0D108BD9-81ED-4DB2-BD59-A6C34878D82A}">
                    <a16:rowId xmlns:a16="http://schemas.microsoft.com/office/drawing/2014/main" val="1440371738"/>
                  </a:ext>
                </a:extLst>
              </a:tr>
              <a:tr h="616653">
                <a:tc>
                  <a:txBody>
                    <a:bodyPr/>
                    <a:lstStyle/>
                    <a:p>
                      <a:r>
                        <a:rPr kumimoji="1" lang="ja-JP" altLang="en-US" dirty="0"/>
                        <a:t>モチベーション向上</a:t>
                      </a:r>
                    </a:p>
                  </a:txBody>
                  <a:tcPr/>
                </a:tc>
                <a:tc>
                  <a:txBody>
                    <a:bodyPr/>
                    <a:lstStyle/>
                    <a:p>
                      <a:r>
                        <a:rPr kumimoji="1" lang="ja-JP" altLang="en-US" dirty="0"/>
                        <a:t>日記（紙の方がおすすめかも） </a:t>
                      </a:r>
                    </a:p>
                  </a:txBody>
                  <a:tcPr/>
                </a:tc>
                <a:extLst>
                  <a:ext uri="{0D108BD9-81ED-4DB2-BD59-A6C34878D82A}">
                    <a16:rowId xmlns:a16="http://schemas.microsoft.com/office/drawing/2014/main" val="4175355853"/>
                  </a:ext>
                </a:extLst>
              </a:tr>
            </a:tbl>
          </a:graphicData>
        </a:graphic>
      </p:graphicFrame>
    </p:spTree>
    <p:extLst>
      <p:ext uri="{BB962C8B-B14F-4D97-AF65-F5344CB8AC3E}">
        <p14:creationId xmlns:p14="http://schemas.microsoft.com/office/powerpoint/2010/main" val="1861813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0F54A608-4421-108A-28B9-2E130DAC26B7}"/>
              </a:ext>
            </a:extLst>
          </p:cNvPr>
          <p:cNvGraphicFramePr>
            <a:graphicFrameLocks noGrp="1"/>
          </p:cNvGraphicFramePr>
          <p:nvPr>
            <p:ph idx="1"/>
            <p:extLst>
              <p:ext uri="{D42A27DB-BD31-4B8C-83A1-F6EECF244321}">
                <p14:modId xmlns:p14="http://schemas.microsoft.com/office/powerpoint/2010/main" val="2844761332"/>
              </p:ext>
            </p:extLst>
          </p:nvPr>
        </p:nvGraphicFramePr>
        <p:xfrm>
          <a:off x="154744" y="561467"/>
          <a:ext cx="11896577" cy="5547660"/>
        </p:xfrm>
        <a:graphic>
          <a:graphicData uri="http://schemas.openxmlformats.org/drawingml/2006/table">
            <a:tbl>
              <a:tblPr>
                <a:tableStyleId>{5940675A-B579-460E-94D1-54222C63F5DA}</a:tableStyleId>
              </a:tblPr>
              <a:tblGrid>
                <a:gridCol w="957013">
                  <a:extLst>
                    <a:ext uri="{9D8B030D-6E8A-4147-A177-3AD203B41FA5}">
                      <a16:colId xmlns:a16="http://schemas.microsoft.com/office/drawing/2014/main" val="4292772880"/>
                    </a:ext>
                  </a:extLst>
                </a:gridCol>
                <a:gridCol w="899595">
                  <a:extLst>
                    <a:ext uri="{9D8B030D-6E8A-4147-A177-3AD203B41FA5}">
                      <a16:colId xmlns:a16="http://schemas.microsoft.com/office/drawing/2014/main" val="198775774"/>
                    </a:ext>
                  </a:extLst>
                </a:gridCol>
                <a:gridCol w="899595">
                  <a:extLst>
                    <a:ext uri="{9D8B030D-6E8A-4147-A177-3AD203B41FA5}">
                      <a16:colId xmlns:a16="http://schemas.microsoft.com/office/drawing/2014/main" val="3014716734"/>
                    </a:ext>
                  </a:extLst>
                </a:gridCol>
                <a:gridCol w="899595">
                  <a:extLst>
                    <a:ext uri="{9D8B030D-6E8A-4147-A177-3AD203B41FA5}">
                      <a16:colId xmlns:a16="http://schemas.microsoft.com/office/drawing/2014/main" val="3396011584"/>
                    </a:ext>
                  </a:extLst>
                </a:gridCol>
                <a:gridCol w="899595">
                  <a:extLst>
                    <a:ext uri="{9D8B030D-6E8A-4147-A177-3AD203B41FA5}">
                      <a16:colId xmlns:a16="http://schemas.microsoft.com/office/drawing/2014/main" val="3114116749"/>
                    </a:ext>
                  </a:extLst>
                </a:gridCol>
                <a:gridCol w="899595">
                  <a:extLst>
                    <a:ext uri="{9D8B030D-6E8A-4147-A177-3AD203B41FA5}">
                      <a16:colId xmlns:a16="http://schemas.microsoft.com/office/drawing/2014/main" val="1209410604"/>
                    </a:ext>
                  </a:extLst>
                </a:gridCol>
                <a:gridCol w="899595">
                  <a:extLst>
                    <a:ext uri="{9D8B030D-6E8A-4147-A177-3AD203B41FA5}">
                      <a16:colId xmlns:a16="http://schemas.microsoft.com/office/drawing/2014/main" val="2187868790"/>
                    </a:ext>
                  </a:extLst>
                </a:gridCol>
                <a:gridCol w="1502933">
                  <a:extLst>
                    <a:ext uri="{9D8B030D-6E8A-4147-A177-3AD203B41FA5}">
                      <a16:colId xmlns:a16="http://schemas.microsoft.com/office/drawing/2014/main" val="1837306743"/>
                    </a:ext>
                  </a:extLst>
                </a:gridCol>
                <a:gridCol w="1638177">
                  <a:extLst>
                    <a:ext uri="{9D8B030D-6E8A-4147-A177-3AD203B41FA5}">
                      <a16:colId xmlns:a16="http://schemas.microsoft.com/office/drawing/2014/main" val="3309901492"/>
                    </a:ext>
                  </a:extLst>
                </a:gridCol>
                <a:gridCol w="2400884">
                  <a:extLst>
                    <a:ext uri="{9D8B030D-6E8A-4147-A177-3AD203B41FA5}">
                      <a16:colId xmlns:a16="http://schemas.microsoft.com/office/drawing/2014/main" val="744431847"/>
                    </a:ext>
                  </a:extLst>
                </a:gridCol>
              </a:tblGrid>
              <a:tr h="728225">
                <a:tc>
                  <a:txBody>
                    <a:bodyPr/>
                    <a:lstStyle/>
                    <a:p>
                      <a:pPr algn="ctr" fontAlgn="base"/>
                      <a:r>
                        <a:rPr lang="en-US" sz="1200" b="1">
                          <a:solidFill>
                            <a:schemeClr val="tx1"/>
                          </a:solidFill>
                          <a:effectLst/>
                        </a:rPr>
                        <a:t> </a:t>
                      </a:r>
                      <a:r>
                        <a:rPr lang="en-US" altLang="ja-JP" sz="1200" b="1">
                          <a:solidFill>
                            <a:schemeClr val="tx1"/>
                          </a:solidFill>
                          <a:effectLst/>
                        </a:rPr>
                        <a:t>​</a:t>
                      </a:r>
                      <a:endParaRPr lang="en-US" altLang="ja-JP" sz="1200" b="1" i="0">
                        <a:solidFill>
                          <a:schemeClr val="tx1"/>
                        </a:solidFill>
                        <a:effectLst/>
                      </a:endParaRPr>
                    </a:p>
                  </a:txBody>
                  <a:tcPr marL="40690" marR="40690" marT="20345" marB="20345" anchor="ctr"/>
                </a:tc>
                <a:tc>
                  <a:txBody>
                    <a:bodyPr/>
                    <a:lstStyle/>
                    <a:p>
                      <a:pPr algn="l" fontAlgn="base"/>
                      <a:r>
                        <a:rPr lang="ja-JP" altLang="en-US" sz="1200" b="1" dirty="0">
                          <a:solidFill>
                            <a:schemeClr val="tx1"/>
                          </a:solidFill>
                          <a:effectLst/>
                        </a:rPr>
                        <a:t>タイム</a:t>
                      </a:r>
                      <a:r>
                        <a:rPr lang="en-US" altLang="ja-JP" sz="1200" b="1" dirty="0">
                          <a:solidFill>
                            <a:schemeClr val="tx1"/>
                          </a:solidFill>
                          <a:effectLst/>
                        </a:rPr>
                        <a:t>/</a:t>
                      </a:r>
                      <a:r>
                        <a:rPr lang="ja-JP" altLang="en-US" sz="1200" b="1" dirty="0">
                          <a:solidFill>
                            <a:schemeClr val="tx1"/>
                          </a:solidFill>
                          <a:effectLst/>
                        </a:rPr>
                        <a:t>距離</a:t>
                      </a:r>
                      <a:r>
                        <a:rPr lang="en-US" altLang="ja-JP" sz="1200" b="1" dirty="0">
                          <a:solidFill>
                            <a:schemeClr val="tx1"/>
                          </a:solidFill>
                          <a:effectLst/>
                        </a:rPr>
                        <a:t>/</a:t>
                      </a:r>
                      <a:r>
                        <a:rPr lang="ja-JP" altLang="en-US" sz="1200" b="1" dirty="0">
                          <a:solidFill>
                            <a:schemeClr val="tx1"/>
                          </a:solidFill>
                          <a:effectLst/>
                        </a:rPr>
                        <a:t>高低差計測​</a:t>
                      </a:r>
                      <a:endParaRPr lang="ja-JP" altLang="en-US" sz="1200" b="1" i="0" dirty="0">
                        <a:solidFill>
                          <a:schemeClr val="tx1"/>
                        </a:solidFill>
                        <a:effectLst/>
                      </a:endParaRPr>
                    </a:p>
                  </a:txBody>
                  <a:tcPr marL="40690" marR="40690" marT="20345" marB="20345" anchor="ctr"/>
                </a:tc>
                <a:tc>
                  <a:txBody>
                    <a:bodyPr/>
                    <a:lstStyle/>
                    <a:p>
                      <a:pPr algn="l" fontAlgn="base"/>
                      <a:r>
                        <a:rPr lang="zh-TW" altLang="en-US" sz="1200" b="1" dirty="0">
                          <a:solidFill>
                            <a:schemeClr val="tx1"/>
                          </a:solidFill>
                          <a:effectLst/>
                        </a:rPr>
                        <a:t>心拍数</a:t>
                      </a:r>
                      <a:r>
                        <a:rPr lang="ja-JP" altLang="en-US" sz="1200" b="1" dirty="0">
                          <a:solidFill>
                            <a:schemeClr val="tx1"/>
                          </a:solidFill>
                          <a:effectLst/>
                        </a:rPr>
                        <a:t>反映</a:t>
                      </a:r>
                      <a:r>
                        <a:rPr lang="zh-TW" altLang="en-US" sz="1200" b="1" dirty="0">
                          <a:solidFill>
                            <a:schemeClr val="tx1"/>
                          </a:solidFill>
                          <a:effectLst/>
                        </a:rPr>
                        <a:t>（ｳｪｱﾗﾌﾞﾙ要</a:t>
                      </a:r>
                      <a:r>
                        <a:rPr lang="en-US" altLang="zh-TW" sz="1200" b="1" dirty="0">
                          <a:solidFill>
                            <a:schemeClr val="tx1"/>
                          </a:solidFill>
                          <a:effectLst/>
                        </a:rPr>
                        <a:t>)</a:t>
                      </a:r>
                      <a:r>
                        <a:rPr lang="zh-TW" altLang="en-US" sz="1200" b="1" dirty="0">
                          <a:solidFill>
                            <a:schemeClr val="tx1"/>
                          </a:solidFill>
                          <a:effectLst/>
                        </a:rPr>
                        <a:t>​</a:t>
                      </a:r>
                      <a:endParaRPr lang="zh-TW" altLang="en-US" sz="1200" b="1" i="0" dirty="0">
                        <a:solidFill>
                          <a:schemeClr val="tx1"/>
                        </a:solidFill>
                        <a:effectLst/>
                      </a:endParaRPr>
                    </a:p>
                  </a:txBody>
                  <a:tcPr marL="40690" marR="40690" marT="20345" marB="20345" anchor="ctr"/>
                </a:tc>
                <a:tc>
                  <a:txBody>
                    <a:bodyPr/>
                    <a:lstStyle/>
                    <a:p>
                      <a:pPr algn="l" fontAlgn="base"/>
                      <a:r>
                        <a:rPr lang="ja-JP" altLang="en-US" sz="1200" b="1" dirty="0">
                          <a:solidFill>
                            <a:schemeClr val="tx1"/>
                          </a:solidFill>
                          <a:effectLst/>
                        </a:rPr>
                        <a:t>友達のアクティビティへイイねやコメント</a:t>
                      </a:r>
                      <a:endParaRPr lang="ja-JP" altLang="en-US" sz="1200" b="1" i="0" dirty="0">
                        <a:solidFill>
                          <a:schemeClr val="tx1"/>
                        </a:solidFill>
                        <a:effectLst/>
                      </a:endParaRPr>
                    </a:p>
                  </a:txBody>
                  <a:tcPr marL="40690" marR="40690" marT="20345" marB="20345" anchor="ctr"/>
                </a:tc>
                <a:tc>
                  <a:txBody>
                    <a:bodyPr/>
                    <a:lstStyle/>
                    <a:p>
                      <a:pPr algn="l" fontAlgn="base"/>
                      <a:r>
                        <a:rPr lang="ja-JP" altLang="en-US" sz="1200" b="1" dirty="0">
                          <a:solidFill>
                            <a:schemeClr val="tx1"/>
                          </a:solidFill>
                          <a:effectLst/>
                        </a:rPr>
                        <a:t>走行軌跡へのペース反映​</a:t>
                      </a:r>
                      <a:endParaRPr lang="ja-JP" altLang="en-US" sz="1200" b="1" i="0" dirty="0">
                        <a:solidFill>
                          <a:schemeClr val="tx1"/>
                        </a:solidFill>
                        <a:effectLst/>
                      </a:endParaRPr>
                    </a:p>
                  </a:txBody>
                  <a:tcPr marL="40690" marR="40690" marT="20345" marB="20345" anchor="ctr"/>
                </a:tc>
                <a:tc>
                  <a:txBody>
                    <a:bodyPr/>
                    <a:lstStyle/>
                    <a:p>
                      <a:pPr algn="l" fontAlgn="base"/>
                      <a:r>
                        <a:rPr lang="ja-JP" altLang="en-US" sz="1200" b="1" dirty="0">
                          <a:solidFill>
                            <a:schemeClr val="tx1"/>
                          </a:solidFill>
                          <a:effectLst/>
                        </a:rPr>
                        <a:t>自己ベスト記録機能​</a:t>
                      </a:r>
                      <a:endParaRPr lang="ja-JP" altLang="en-US" sz="1200" b="1" i="0" dirty="0">
                        <a:solidFill>
                          <a:schemeClr val="tx1"/>
                        </a:solidFill>
                        <a:effectLst/>
                      </a:endParaRPr>
                    </a:p>
                  </a:txBody>
                  <a:tcPr marL="40690" marR="40690" marT="20345" marB="20345" anchor="ctr"/>
                </a:tc>
                <a:tc>
                  <a:txBody>
                    <a:bodyPr/>
                    <a:lstStyle/>
                    <a:p>
                      <a:pPr algn="l" fontAlgn="base"/>
                      <a:r>
                        <a:rPr lang="ja-JP" altLang="en-US" sz="1200" b="1" i="0" dirty="0">
                          <a:solidFill>
                            <a:schemeClr val="tx1"/>
                          </a:solidFill>
                          <a:effectLst/>
                        </a:rPr>
                        <a:t>品保内使用者数（推定）</a:t>
                      </a:r>
                    </a:p>
                  </a:txBody>
                  <a:tcPr marL="40690" marR="40690" marT="20345" marB="20345" anchor="ctr"/>
                </a:tc>
                <a:tc>
                  <a:txBody>
                    <a:bodyPr/>
                    <a:lstStyle/>
                    <a:p>
                      <a:pPr algn="l" fontAlgn="base"/>
                      <a:r>
                        <a:rPr lang="ja-JP" altLang="en-US" sz="1200" b="1" dirty="0">
                          <a:solidFill>
                            <a:schemeClr val="tx1"/>
                          </a:solidFill>
                          <a:effectLst/>
                        </a:rPr>
                        <a:t>アクティビティの分析見やすさ​</a:t>
                      </a:r>
                      <a:endParaRPr lang="ja-JP" altLang="en-US" sz="1200" b="1" i="0" dirty="0">
                        <a:solidFill>
                          <a:schemeClr val="tx1"/>
                        </a:solidFill>
                        <a:effectLst/>
                      </a:endParaRPr>
                    </a:p>
                  </a:txBody>
                  <a:tcPr marL="40690" marR="40690" marT="20345" marB="20345" anchor="ctr"/>
                </a:tc>
                <a:tc>
                  <a:txBody>
                    <a:bodyPr/>
                    <a:lstStyle/>
                    <a:p>
                      <a:pPr algn="l" fontAlgn="base"/>
                      <a:r>
                        <a:rPr lang="ja-JP" altLang="en-US" sz="1200" b="1" dirty="0">
                          <a:solidFill>
                            <a:schemeClr val="tx1"/>
                          </a:solidFill>
                          <a:effectLst/>
                        </a:rPr>
                        <a:t>アクティビティ一覧見やすさ​</a:t>
                      </a:r>
                      <a:endParaRPr lang="ja-JP" altLang="en-US" sz="1200" b="1" i="0" dirty="0">
                        <a:solidFill>
                          <a:schemeClr val="tx1"/>
                        </a:solidFill>
                        <a:effectLst/>
                      </a:endParaRPr>
                    </a:p>
                  </a:txBody>
                  <a:tcPr marL="40690" marR="40690" marT="20345" marB="20345" anchor="ctr"/>
                </a:tc>
                <a:tc>
                  <a:txBody>
                    <a:bodyPr/>
                    <a:lstStyle/>
                    <a:p>
                      <a:pPr algn="l" fontAlgn="base"/>
                      <a:r>
                        <a:rPr lang="ja-JP" altLang="en-US" sz="1200" b="1" dirty="0">
                          <a:solidFill>
                            <a:schemeClr val="tx1"/>
                          </a:solidFill>
                          <a:effectLst/>
                        </a:rPr>
                        <a:t>他​</a:t>
                      </a:r>
                      <a:endParaRPr lang="ja-JP" altLang="en-US" sz="1200" b="1" i="0" dirty="0">
                        <a:solidFill>
                          <a:schemeClr val="tx1"/>
                        </a:solidFill>
                        <a:effectLst/>
                      </a:endParaRPr>
                    </a:p>
                  </a:txBody>
                  <a:tcPr marL="40690" marR="40690" marT="20345" marB="20345" anchor="ctr"/>
                </a:tc>
                <a:extLst>
                  <a:ext uri="{0D108BD9-81ED-4DB2-BD59-A6C34878D82A}">
                    <a16:rowId xmlns:a16="http://schemas.microsoft.com/office/drawing/2014/main" val="310459003"/>
                  </a:ext>
                </a:extLst>
              </a:tr>
              <a:tr h="875690">
                <a:tc>
                  <a:txBody>
                    <a:bodyPr/>
                    <a:lstStyle/>
                    <a:p>
                      <a:pPr algn="ctr" fontAlgn="base"/>
                      <a:r>
                        <a:rPr lang="en-US" sz="1200" b="1">
                          <a:solidFill>
                            <a:schemeClr val="tx1"/>
                          </a:solidFill>
                          <a:effectLst/>
                        </a:rPr>
                        <a:t>Germin Connect</a:t>
                      </a:r>
                      <a:r>
                        <a:rPr lang="en-US" altLang="ja-JP" sz="1200" b="1">
                          <a:solidFill>
                            <a:schemeClr val="tx1"/>
                          </a:solidFill>
                          <a:effectLst/>
                        </a:rPr>
                        <a:t>​</a:t>
                      </a:r>
                      <a:endParaRPr lang="en-US" altLang="ja-JP" sz="1200" b="1" i="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a:t>
                      </a:r>
                      <a:endParaRPr lang="ja-JP" altLang="en-US" sz="2400" b="0" i="0" dirty="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a:t>
                      </a:r>
                      <a:endParaRPr lang="ja-JP" altLang="en-US" sz="2400" b="0" i="0" dirty="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i="0" dirty="0">
                          <a:solidFill>
                            <a:schemeClr val="tx1"/>
                          </a:solidFill>
                          <a:effectLst/>
                        </a:rPr>
                        <a:t>△</a:t>
                      </a:r>
                    </a:p>
                  </a:txBody>
                  <a:tcPr marL="40690" marR="40690" marT="20345" marB="20345" anchor="ctr"/>
                </a:tc>
                <a:tc>
                  <a:txBody>
                    <a:bodyPr/>
                    <a:lstStyle/>
                    <a:p>
                      <a:pPr algn="ctr" fontAlgn="base"/>
                      <a:r>
                        <a:rPr lang="ja-JP" altLang="en-US" sz="2400" b="0" dirty="0">
                          <a:solidFill>
                            <a:schemeClr val="tx1"/>
                          </a:solidFill>
                          <a:effectLst/>
                        </a:rPr>
                        <a:t>◎​</a:t>
                      </a:r>
                    </a:p>
                    <a:p>
                      <a:pPr algn="ctr" fontAlgn="base"/>
                      <a:r>
                        <a:rPr lang="ja-JP" altLang="en-US" sz="1200" b="0" dirty="0">
                          <a:solidFill>
                            <a:schemeClr val="tx1"/>
                          </a:solidFill>
                          <a:effectLst/>
                        </a:rPr>
                        <a:t>（画面ごとコンパクトに情報纏まっている）​</a:t>
                      </a:r>
                      <a:endParaRPr lang="ja-JP" altLang="en-US" sz="1200" b="0" i="0" dirty="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a:t>
                      </a:r>
                    </a:p>
                    <a:p>
                      <a:pPr algn="ctr" fontAlgn="base"/>
                      <a:r>
                        <a:rPr lang="ja-JP" altLang="en-US" sz="1200" b="0" dirty="0">
                          <a:solidFill>
                            <a:schemeClr val="tx1"/>
                          </a:solidFill>
                          <a:effectLst/>
                        </a:rPr>
                        <a:t>期間指定してから一覧表示​</a:t>
                      </a:r>
                      <a:endParaRPr lang="ja-JP" altLang="en-US" sz="1200" b="0" i="0" dirty="0">
                        <a:solidFill>
                          <a:schemeClr val="tx1"/>
                        </a:solidFill>
                        <a:effectLst/>
                      </a:endParaRPr>
                    </a:p>
                  </a:txBody>
                  <a:tcPr marL="40690" marR="40690" marT="20345" marB="20345" anchor="ctr"/>
                </a:tc>
                <a:tc>
                  <a:txBody>
                    <a:bodyPr/>
                    <a:lstStyle/>
                    <a:p>
                      <a:pPr algn="ctr" fontAlgn="base"/>
                      <a:r>
                        <a:rPr lang="en-US" altLang="ja-JP" sz="1200" b="0">
                          <a:solidFill>
                            <a:schemeClr val="tx1"/>
                          </a:solidFill>
                          <a:effectLst/>
                        </a:rPr>
                        <a:t>Germin</a:t>
                      </a:r>
                      <a:r>
                        <a:rPr lang="ja-JP" altLang="en-US" sz="1200" b="0">
                          <a:solidFill>
                            <a:schemeClr val="tx1"/>
                          </a:solidFill>
                          <a:effectLst/>
                        </a:rPr>
                        <a:t>でばいす専用​</a:t>
                      </a:r>
                      <a:endParaRPr lang="ja-JP" altLang="en-US" sz="1200" b="0" i="0">
                        <a:solidFill>
                          <a:schemeClr val="tx1"/>
                        </a:solidFill>
                        <a:effectLst/>
                      </a:endParaRPr>
                    </a:p>
                  </a:txBody>
                  <a:tcPr marL="40690" marR="40690" marT="20345" marB="20345" anchor="ctr"/>
                </a:tc>
                <a:extLst>
                  <a:ext uri="{0D108BD9-81ED-4DB2-BD59-A6C34878D82A}">
                    <a16:rowId xmlns:a16="http://schemas.microsoft.com/office/drawing/2014/main" val="981951624"/>
                  </a:ext>
                </a:extLst>
              </a:tr>
              <a:tr h="875690">
                <a:tc>
                  <a:txBody>
                    <a:bodyPr/>
                    <a:lstStyle/>
                    <a:p>
                      <a:pPr algn="ctr" fontAlgn="base"/>
                      <a:r>
                        <a:rPr lang="en-US" sz="1200" b="1">
                          <a:solidFill>
                            <a:schemeClr val="tx1"/>
                          </a:solidFill>
                          <a:effectLst/>
                        </a:rPr>
                        <a:t>TATTA</a:t>
                      </a:r>
                      <a:r>
                        <a:rPr lang="en-US" altLang="ja-JP" sz="1200" b="1">
                          <a:solidFill>
                            <a:schemeClr val="tx1"/>
                          </a:solidFill>
                          <a:effectLst/>
                        </a:rPr>
                        <a:t>​</a:t>
                      </a:r>
                      <a:endParaRPr lang="en-US" altLang="ja-JP" sz="1200" b="1" i="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a:t>
                      </a:r>
                      <a:endParaRPr lang="ja-JP" altLang="en-US" sz="2400" b="0" i="0" dirty="0">
                        <a:solidFill>
                          <a:schemeClr val="tx1"/>
                        </a:solidFill>
                        <a:effectLst/>
                      </a:endParaRPr>
                    </a:p>
                  </a:txBody>
                  <a:tcPr marL="40690" marR="40690" marT="20345" marB="20345" anchor="ctr"/>
                </a:tc>
                <a:tc>
                  <a:txBody>
                    <a:bodyPr/>
                    <a:lstStyle/>
                    <a:p>
                      <a:pPr algn="ctr" fontAlgn="base"/>
                      <a:r>
                        <a:rPr lang="en-US" altLang="ja-JP" sz="2400" b="0" dirty="0">
                          <a:solidFill>
                            <a:schemeClr val="tx1"/>
                          </a:solidFill>
                          <a:effectLst/>
                        </a:rPr>
                        <a:t>×</a:t>
                      </a:r>
                    </a:p>
                    <a:p>
                      <a:pPr algn="ctr" fontAlgn="base"/>
                      <a:r>
                        <a:rPr lang="ja-JP" altLang="en-US" sz="1400" b="0" dirty="0">
                          <a:solidFill>
                            <a:schemeClr val="tx1"/>
                          </a:solidFill>
                          <a:effectLst/>
                        </a:rPr>
                        <a:t>記録閲覧は可</a:t>
                      </a:r>
                      <a:r>
                        <a:rPr lang="en-US" altLang="ja-JP" sz="1400" b="0" dirty="0">
                          <a:solidFill>
                            <a:schemeClr val="tx1"/>
                          </a:solidFill>
                          <a:effectLst/>
                        </a:rPr>
                        <a:t>​</a:t>
                      </a:r>
                      <a:endParaRPr lang="ja-JP" altLang="en-US" sz="1400" b="0" i="0" dirty="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en-US" altLang="ja-JP"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i="0" dirty="0">
                          <a:solidFill>
                            <a:schemeClr val="tx1"/>
                          </a:solidFill>
                          <a:effectLst/>
                        </a:rPr>
                        <a:t>〇</a:t>
                      </a:r>
                    </a:p>
                  </a:txBody>
                  <a:tcPr marL="40690" marR="40690" marT="20345" marB="20345" anchor="ctr"/>
                </a:tc>
                <a:tc>
                  <a:txBody>
                    <a:bodyPr/>
                    <a:lstStyle/>
                    <a:p>
                      <a:pPr algn="ctr" fontAlgn="base"/>
                      <a:r>
                        <a:rPr lang="ja-JP" altLang="en-US" sz="2400" b="0" dirty="0">
                          <a:solidFill>
                            <a:schemeClr val="tx1"/>
                          </a:solidFill>
                          <a:effectLst/>
                        </a:rPr>
                        <a:t>◎​</a:t>
                      </a:r>
                    </a:p>
                    <a:p>
                      <a:pPr algn="ctr" fontAlgn="base"/>
                      <a:r>
                        <a:rPr lang="ja-JP" altLang="en-US" sz="1200" b="0" dirty="0">
                          <a:solidFill>
                            <a:schemeClr val="tx1"/>
                          </a:solidFill>
                          <a:effectLst/>
                        </a:rPr>
                        <a:t>（コンパクトに纏まっている＋ペースと軌跡連動してる）​</a:t>
                      </a:r>
                      <a:endParaRPr lang="ja-JP" altLang="en-US" sz="1200" b="0" i="0" dirty="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a:t>
                      </a:r>
                    </a:p>
                    <a:p>
                      <a:pPr algn="ctr" fontAlgn="base"/>
                      <a:r>
                        <a:rPr lang="ja-JP" altLang="en-US" sz="1200" b="0" dirty="0">
                          <a:solidFill>
                            <a:schemeClr val="tx1"/>
                          </a:solidFill>
                          <a:effectLst/>
                        </a:rPr>
                        <a:t>１アクティビティ</a:t>
                      </a:r>
                      <a:r>
                        <a:rPr lang="en-US" altLang="ja-JP" sz="1200" b="0" dirty="0">
                          <a:solidFill>
                            <a:schemeClr val="tx1"/>
                          </a:solidFill>
                          <a:effectLst/>
                        </a:rPr>
                        <a:t>1</a:t>
                      </a:r>
                      <a:r>
                        <a:rPr lang="ja-JP" altLang="en-US" sz="1200" b="0" dirty="0">
                          <a:solidFill>
                            <a:schemeClr val="tx1"/>
                          </a:solidFill>
                          <a:effectLst/>
                        </a:rPr>
                        <a:t>行で見やすい​</a:t>
                      </a:r>
                      <a:endParaRPr lang="ja-JP" altLang="en-US" sz="1200" b="0" i="0" dirty="0">
                        <a:solidFill>
                          <a:schemeClr val="tx1"/>
                        </a:solidFill>
                        <a:effectLst/>
                      </a:endParaRPr>
                    </a:p>
                  </a:txBody>
                  <a:tcPr marL="40690" marR="40690" marT="20345" marB="20345" anchor="ctr"/>
                </a:tc>
                <a:tc>
                  <a:txBody>
                    <a:bodyPr/>
                    <a:lstStyle/>
                    <a:p>
                      <a:pPr algn="ctr" fontAlgn="base"/>
                      <a:r>
                        <a:rPr lang="en-US" altLang="ja-JP" sz="1200" b="0">
                          <a:solidFill>
                            <a:schemeClr val="tx1"/>
                          </a:solidFill>
                          <a:effectLst/>
                        </a:rPr>
                        <a:t>RUNNET</a:t>
                      </a:r>
                      <a:r>
                        <a:rPr lang="ja-JP" altLang="en-US" sz="1200" b="0">
                          <a:solidFill>
                            <a:schemeClr val="tx1"/>
                          </a:solidFill>
                          <a:effectLst/>
                        </a:rPr>
                        <a:t>系大会とよくリンクしている（大会参加者と距離競えてランキング出る）駅伝メンバーの中では多数派​</a:t>
                      </a:r>
                      <a:endParaRPr lang="ja-JP" altLang="en-US" sz="1200" b="0" i="0">
                        <a:solidFill>
                          <a:schemeClr val="tx1"/>
                        </a:solidFill>
                        <a:effectLst/>
                      </a:endParaRPr>
                    </a:p>
                  </a:txBody>
                  <a:tcPr marL="40690" marR="40690" marT="20345" marB="20345" anchor="ctr"/>
                </a:tc>
                <a:extLst>
                  <a:ext uri="{0D108BD9-81ED-4DB2-BD59-A6C34878D82A}">
                    <a16:rowId xmlns:a16="http://schemas.microsoft.com/office/drawing/2014/main" val="945159919"/>
                  </a:ext>
                </a:extLst>
              </a:tr>
              <a:tr h="708014">
                <a:tc>
                  <a:txBody>
                    <a:bodyPr/>
                    <a:lstStyle/>
                    <a:p>
                      <a:pPr algn="ctr" fontAlgn="base"/>
                      <a:r>
                        <a:rPr lang="en-US" sz="1200" b="1">
                          <a:solidFill>
                            <a:schemeClr val="tx1"/>
                          </a:solidFill>
                          <a:effectLst/>
                        </a:rPr>
                        <a:t>Strava</a:t>
                      </a:r>
                      <a:r>
                        <a:rPr lang="en-US" altLang="ja-JP" sz="1200" b="1">
                          <a:solidFill>
                            <a:schemeClr val="tx1"/>
                          </a:solidFill>
                          <a:effectLst/>
                        </a:rPr>
                        <a:t>​</a:t>
                      </a:r>
                      <a:endParaRPr lang="en-US" altLang="ja-JP" sz="1200" b="1" i="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en-US" altLang="ja-JP"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i="0" dirty="0">
                          <a:solidFill>
                            <a:schemeClr val="tx1"/>
                          </a:solidFill>
                          <a:effectLst/>
                        </a:rPr>
                        <a:t>〇</a:t>
                      </a:r>
                    </a:p>
                  </a:txBody>
                  <a:tcPr marL="40690" marR="40690" marT="20345" marB="20345" anchor="ctr"/>
                </a:tc>
                <a:tc>
                  <a:txBody>
                    <a:bodyPr/>
                    <a:lstStyle/>
                    <a:p>
                      <a:pPr algn="ctr" fontAlgn="base"/>
                      <a:r>
                        <a:rPr lang="ja-JP" altLang="en-US" sz="2400" b="0" dirty="0">
                          <a:solidFill>
                            <a:schemeClr val="tx1"/>
                          </a:solidFill>
                          <a:effectLst/>
                        </a:rPr>
                        <a:t>○</a:t>
                      </a:r>
                      <a:r>
                        <a:rPr lang="ja-JP" altLang="en-US" sz="1200" b="0" dirty="0">
                          <a:solidFill>
                            <a:schemeClr val="tx1"/>
                          </a:solidFill>
                          <a:effectLst/>
                        </a:rPr>
                        <a:t>​</a:t>
                      </a:r>
                    </a:p>
                    <a:p>
                      <a:pPr algn="ctr" fontAlgn="base"/>
                      <a:r>
                        <a:rPr lang="ja-JP" altLang="en-US" sz="1200" b="0" dirty="0">
                          <a:solidFill>
                            <a:schemeClr val="tx1"/>
                          </a:solidFill>
                          <a:effectLst/>
                        </a:rPr>
                        <a:t>（情報は多いがスクロールが多い）​</a:t>
                      </a:r>
                      <a:endParaRPr lang="ja-JP" altLang="en-US" sz="1200" b="0" i="0" dirty="0">
                        <a:solidFill>
                          <a:schemeClr val="tx1"/>
                        </a:solidFill>
                        <a:effectLst/>
                      </a:endParaRPr>
                    </a:p>
                  </a:txBody>
                  <a:tcPr marL="40690" marR="40690" marT="20345" marB="20345" anchor="ctr"/>
                </a:tc>
                <a:tc>
                  <a:txBody>
                    <a:bodyPr/>
                    <a:lstStyle/>
                    <a:p>
                      <a:pPr algn="ctr" fontAlgn="base"/>
                      <a:r>
                        <a:rPr lang="en-US" altLang="ja-JP" sz="2400" b="0" dirty="0">
                          <a:solidFill>
                            <a:schemeClr val="tx1"/>
                          </a:solidFill>
                          <a:effectLst/>
                        </a:rPr>
                        <a:t>×</a:t>
                      </a:r>
                      <a:endParaRPr lang="ja-JP" altLang="en-US" sz="2400" b="0" dirty="0">
                        <a:solidFill>
                          <a:schemeClr val="tx1"/>
                        </a:solidFill>
                        <a:effectLst/>
                      </a:endParaRPr>
                    </a:p>
                    <a:p>
                      <a:pPr algn="ctr" fontAlgn="base"/>
                      <a:r>
                        <a:rPr lang="ja-JP" altLang="en-US" sz="1200" b="0" dirty="0">
                          <a:solidFill>
                            <a:schemeClr val="tx1"/>
                          </a:solidFill>
                          <a:effectLst/>
                        </a:rPr>
                        <a:t>一覧が見づらい、友達が複数いたらぐちゃぐちゃになる​</a:t>
                      </a:r>
                      <a:endParaRPr lang="ja-JP" altLang="en-US" sz="1200" b="0" i="0" dirty="0">
                        <a:solidFill>
                          <a:schemeClr val="tx1"/>
                        </a:solidFill>
                        <a:effectLst/>
                      </a:endParaRPr>
                    </a:p>
                  </a:txBody>
                  <a:tcPr marL="40690" marR="40690" marT="20345" marB="20345" anchor="ctr"/>
                </a:tc>
                <a:tc>
                  <a:txBody>
                    <a:bodyPr/>
                    <a:lstStyle/>
                    <a:p>
                      <a:pPr algn="ctr" fontAlgn="base"/>
                      <a:r>
                        <a:rPr lang="ja-JP" altLang="en-US" sz="1200" b="0" dirty="0">
                          <a:solidFill>
                            <a:schemeClr val="tx1"/>
                          </a:solidFill>
                          <a:effectLst/>
                        </a:rPr>
                        <a:t>過去のアクティビティ検索がとてもやりづらい。課金で相対効果やぐるーぷちゃれんじ機能等あり​</a:t>
                      </a:r>
                      <a:endParaRPr lang="ja-JP" altLang="en-US" sz="1200" b="0" i="0" dirty="0">
                        <a:solidFill>
                          <a:schemeClr val="tx1"/>
                        </a:solidFill>
                        <a:effectLst/>
                      </a:endParaRPr>
                    </a:p>
                  </a:txBody>
                  <a:tcPr marL="40690" marR="40690" marT="20345" marB="20345" anchor="ctr"/>
                </a:tc>
                <a:extLst>
                  <a:ext uri="{0D108BD9-81ED-4DB2-BD59-A6C34878D82A}">
                    <a16:rowId xmlns:a16="http://schemas.microsoft.com/office/drawing/2014/main" val="209329028"/>
                  </a:ext>
                </a:extLst>
              </a:tr>
              <a:tr h="875690">
                <a:tc>
                  <a:txBody>
                    <a:bodyPr/>
                    <a:lstStyle/>
                    <a:p>
                      <a:pPr algn="ctr" fontAlgn="base"/>
                      <a:r>
                        <a:rPr lang="en-US" sz="1200" b="1">
                          <a:solidFill>
                            <a:schemeClr val="tx1"/>
                          </a:solidFill>
                          <a:effectLst/>
                        </a:rPr>
                        <a:t>Nike Run Club</a:t>
                      </a:r>
                      <a:r>
                        <a:rPr lang="en-US" altLang="ja-JP" sz="1200" b="1">
                          <a:solidFill>
                            <a:schemeClr val="tx1"/>
                          </a:solidFill>
                          <a:effectLst/>
                        </a:rPr>
                        <a:t>​</a:t>
                      </a:r>
                      <a:endParaRPr lang="en-US" altLang="ja-JP" sz="1200" b="1" i="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〇​</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〇​</a:t>
                      </a:r>
                      <a:endParaRPr lang="ja-JP" altLang="en-US" sz="2400" b="0" i="0" dirty="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〇​</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i="0" dirty="0">
                          <a:solidFill>
                            <a:schemeClr val="tx1"/>
                          </a:solidFill>
                          <a:effectLst/>
                        </a:rPr>
                        <a:t>？</a:t>
                      </a:r>
                    </a:p>
                  </a:txBody>
                  <a:tcPr marL="40690" marR="40690" marT="20345" marB="20345" anchor="ctr"/>
                </a:tc>
                <a:tc>
                  <a:txBody>
                    <a:bodyPr/>
                    <a:lstStyle/>
                    <a:p>
                      <a:pPr algn="ctr" fontAlgn="base"/>
                      <a:r>
                        <a:rPr lang="ja-JP" altLang="en-US" sz="2400" b="0" dirty="0">
                          <a:solidFill>
                            <a:schemeClr val="tx1"/>
                          </a:solidFill>
                          <a:effectLst/>
                        </a:rPr>
                        <a:t>◎​</a:t>
                      </a:r>
                      <a:endParaRPr lang="ja-JP" altLang="en-US" sz="2400" b="0" i="0" dirty="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a:t>
                      </a:r>
                    </a:p>
                    <a:p>
                      <a:pPr algn="ctr" fontAlgn="base"/>
                      <a:r>
                        <a:rPr lang="ja-JP" altLang="en-US" sz="1200" b="0" dirty="0">
                          <a:solidFill>
                            <a:schemeClr val="tx1"/>
                          </a:solidFill>
                          <a:effectLst/>
                        </a:rPr>
                        <a:t>一覧になっており、​</a:t>
                      </a:r>
                    </a:p>
                    <a:p>
                      <a:pPr algn="ctr" fontAlgn="base"/>
                      <a:r>
                        <a:rPr lang="ja-JP" altLang="en-US" sz="1200" b="0" dirty="0">
                          <a:solidFill>
                            <a:schemeClr val="tx1"/>
                          </a:solidFill>
                          <a:effectLst/>
                        </a:rPr>
                        <a:t>週単位、月単位など表示方法も可変​</a:t>
                      </a:r>
                      <a:endParaRPr lang="ja-JP" altLang="en-US" sz="1200" b="0" i="0" dirty="0">
                        <a:solidFill>
                          <a:schemeClr val="tx1"/>
                        </a:solidFill>
                        <a:effectLst/>
                      </a:endParaRPr>
                    </a:p>
                  </a:txBody>
                  <a:tcPr marL="40690" marR="40690" marT="20345" marB="20345" anchor="ctr"/>
                </a:tc>
                <a:tc>
                  <a:txBody>
                    <a:bodyPr/>
                    <a:lstStyle/>
                    <a:p>
                      <a:pPr algn="ctr" fontAlgn="base"/>
                      <a:r>
                        <a:rPr lang="en-US" altLang="ja-JP" sz="1200" b="0">
                          <a:solidFill>
                            <a:schemeClr val="tx1"/>
                          </a:solidFill>
                          <a:effectLst/>
                        </a:rPr>
                        <a:t>Apple Watch</a:t>
                      </a:r>
                      <a:r>
                        <a:rPr lang="ja-JP" altLang="en-US" sz="1200" b="0">
                          <a:solidFill>
                            <a:schemeClr val="tx1"/>
                          </a:solidFill>
                          <a:effectLst/>
                        </a:rPr>
                        <a:t>との相性がいい。​</a:t>
                      </a:r>
                    </a:p>
                    <a:p>
                      <a:pPr algn="ctr" fontAlgn="base"/>
                      <a:r>
                        <a:rPr lang="ja-JP" altLang="en-US" sz="1200" b="0">
                          <a:solidFill>
                            <a:schemeClr val="tx1"/>
                          </a:solidFill>
                          <a:effectLst/>
                        </a:rPr>
                        <a:t>心拍数や高低差を経時的に記録として見られる。​</a:t>
                      </a:r>
                    </a:p>
                    <a:p>
                      <a:pPr algn="ctr" fontAlgn="base"/>
                      <a:r>
                        <a:rPr lang="ja-JP" altLang="en-US" sz="1200" b="0">
                          <a:solidFill>
                            <a:schemeClr val="tx1"/>
                          </a:solidFill>
                          <a:effectLst/>
                        </a:rPr>
                        <a:t>尾野が一人で使っていて寂しい​</a:t>
                      </a:r>
                      <a:endParaRPr lang="ja-JP" altLang="en-US" sz="1200" b="0" i="0">
                        <a:solidFill>
                          <a:schemeClr val="tx1"/>
                        </a:solidFill>
                        <a:effectLst/>
                      </a:endParaRPr>
                    </a:p>
                  </a:txBody>
                  <a:tcPr marL="40690" marR="40690" marT="20345" marB="20345" anchor="ctr"/>
                </a:tc>
                <a:extLst>
                  <a:ext uri="{0D108BD9-81ED-4DB2-BD59-A6C34878D82A}">
                    <a16:rowId xmlns:a16="http://schemas.microsoft.com/office/drawing/2014/main" val="2258103658"/>
                  </a:ext>
                </a:extLst>
              </a:tr>
              <a:tr h="875690">
                <a:tc>
                  <a:txBody>
                    <a:bodyPr/>
                    <a:lstStyle/>
                    <a:p>
                      <a:pPr algn="ctr" fontAlgn="base"/>
                      <a:r>
                        <a:rPr lang="en-US" sz="1200" b="1">
                          <a:solidFill>
                            <a:schemeClr val="tx1"/>
                          </a:solidFill>
                          <a:effectLst/>
                        </a:rPr>
                        <a:t>asics​</a:t>
                      </a:r>
                    </a:p>
                    <a:p>
                      <a:pPr algn="ctr" fontAlgn="base"/>
                      <a:r>
                        <a:rPr lang="en-US" sz="1200" b="1">
                          <a:solidFill>
                            <a:schemeClr val="tx1"/>
                          </a:solidFill>
                          <a:effectLst/>
                        </a:rPr>
                        <a:t>Runkeeper</a:t>
                      </a:r>
                      <a:r>
                        <a:rPr lang="en-US" altLang="ja-JP" sz="1200" b="1">
                          <a:solidFill>
                            <a:schemeClr val="tx1"/>
                          </a:solidFill>
                          <a:effectLst/>
                        </a:rPr>
                        <a:t>​</a:t>
                      </a:r>
                      <a:endParaRPr lang="en-US" altLang="ja-JP" sz="1200" b="1" i="0">
                        <a:solidFill>
                          <a:schemeClr val="tx1"/>
                        </a:solidFill>
                        <a:effectLst/>
                      </a:endParaRPr>
                    </a:p>
                  </a:txBody>
                  <a:tcPr marL="40690" marR="40690" marT="20345" marB="20345" anchor="ctr"/>
                </a:tc>
                <a:tc>
                  <a:txBody>
                    <a:bodyPr/>
                    <a:lstStyle/>
                    <a:p>
                      <a:pPr algn="ctr" fontAlgn="base"/>
                      <a:r>
                        <a:rPr lang="ja-JP" altLang="en-US" sz="2400" b="0">
                          <a:solidFill>
                            <a:schemeClr val="tx1"/>
                          </a:solidFill>
                          <a:effectLst/>
                        </a:rPr>
                        <a:t>〇​</a:t>
                      </a:r>
                      <a:endParaRPr lang="ja-JP" altLang="en-US" sz="2400" b="0" i="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a:t>
                      </a:r>
                      <a:endParaRPr lang="ja-JP" altLang="en-US" sz="2400" b="0" i="0" dirty="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a:t>
                      </a:r>
                      <a:endParaRPr lang="ja-JP" altLang="en-US" sz="2400" b="0" i="0" dirty="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a:t>
                      </a:r>
                      <a:endParaRPr lang="ja-JP" altLang="en-US" sz="2400" b="0" i="0" dirty="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〇​</a:t>
                      </a:r>
                      <a:endParaRPr lang="ja-JP" altLang="en-US" sz="2400" b="0" i="0" dirty="0">
                        <a:solidFill>
                          <a:schemeClr val="tx1"/>
                        </a:solidFill>
                        <a:effectLst/>
                      </a:endParaRPr>
                    </a:p>
                  </a:txBody>
                  <a:tcPr marL="40690" marR="40690" marT="20345" marB="20345" anchor="ctr"/>
                </a:tc>
                <a:tc>
                  <a:txBody>
                    <a:bodyPr/>
                    <a:lstStyle/>
                    <a:p>
                      <a:pPr algn="ctr" fontAlgn="base"/>
                      <a:r>
                        <a:rPr lang="ja-JP" altLang="en-US" sz="2400" b="0" i="0" dirty="0">
                          <a:solidFill>
                            <a:schemeClr val="tx1"/>
                          </a:solidFill>
                          <a:effectLst/>
                        </a:rPr>
                        <a:t>？</a:t>
                      </a:r>
                    </a:p>
                  </a:txBody>
                  <a:tcPr marL="40690" marR="40690" marT="20345" marB="20345" anchor="ctr"/>
                </a:tc>
                <a:tc>
                  <a:txBody>
                    <a:bodyPr/>
                    <a:lstStyle/>
                    <a:p>
                      <a:pPr algn="ctr" fontAlgn="base"/>
                      <a:r>
                        <a:rPr lang="ja-JP" altLang="en-US" sz="2400" b="0" dirty="0">
                          <a:solidFill>
                            <a:schemeClr val="tx1"/>
                          </a:solidFill>
                          <a:effectLst/>
                        </a:rPr>
                        <a:t>〇​</a:t>
                      </a:r>
                    </a:p>
                    <a:p>
                      <a:pPr algn="ctr" fontAlgn="base"/>
                      <a:r>
                        <a:rPr lang="ja-JP" altLang="en-US" sz="1200" b="0" dirty="0">
                          <a:solidFill>
                            <a:schemeClr val="tx1"/>
                          </a:solidFill>
                          <a:effectLst/>
                        </a:rPr>
                        <a:t>シンプル​</a:t>
                      </a:r>
                      <a:endParaRPr lang="ja-JP" altLang="en-US" sz="1200" b="0" i="0" dirty="0">
                        <a:solidFill>
                          <a:schemeClr val="tx1"/>
                        </a:solidFill>
                        <a:effectLst/>
                      </a:endParaRPr>
                    </a:p>
                  </a:txBody>
                  <a:tcPr marL="40690" marR="40690" marT="20345" marB="20345" anchor="ctr"/>
                </a:tc>
                <a:tc>
                  <a:txBody>
                    <a:bodyPr/>
                    <a:lstStyle/>
                    <a:p>
                      <a:pPr algn="ctr" fontAlgn="base"/>
                      <a:r>
                        <a:rPr lang="ja-JP" altLang="en-US" sz="2400" b="0" dirty="0">
                          <a:solidFill>
                            <a:schemeClr val="tx1"/>
                          </a:solidFill>
                          <a:effectLst/>
                        </a:rPr>
                        <a:t>〇​</a:t>
                      </a:r>
                    </a:p>
                    <a:p>
                      <a:pPr algn="ctr" fontAlgn="base"/>
                      <a:r>
                        <a:rPr lang="ja-JP" altLang="en-US" sz="1200" b="0" dirty="0">
                          <a:solidFill>
                            <a:schemeClr val="tx1"/>
                          </a:solidFill>
                          <a:effectLst/>
                        </a:rPr>
                        <a:t>週</a:t>
                      </a:r>
                      <a:r>
                        <a:rPr lang="en-US" altLang="ja-JP" sz="1200" b="0" dirty="0">
                          <a:solidFill>
                            <a:schemeClr val="tx1"/>
                          </a:solidFill>
                          <a:effectLst/>
                        </a:rPr>
                        <a:t>/</a:t>
                      </a:r>
                      <a:r>
                        <a:rPr lang="ja-JP" altLang="en-US" sz="1200" b="0" dirty="0">
                          <a:solidFill>
                            <a:schemeClr val="tx1"/>
                          </a:solidFill>
                          <a:effectLst/>
                        </a:rPr>
                        <a:t>月</a:t>
                      </a:r>
                      <a:r>
                        <a:rPr lang="en-US" altLang="ja-JP" sz="1200" b="0" dirty="0">
                          <a:solidFill>
                            <a:schemeClr val="tx1"/>
                          </a:solidFill>
                          <a:effectLst/>
                        </a:rPr>
                        <a:t>/</a:t>
                      </a:r>
                      <a:r>
                        <a:rPr lang="ja-JP" altLang="en-US" sz="1200" b="0" dirty="0">
                          <a:solidFill>
                            <a:schemeClr val="tx1"/>
                          </a:solidFill>
                          <a:effectLst/>
                        </a:rPr>
                        <a:t>年 単位のｱｸﾃｨﾋﾞﾃｨ表示。​</a:t>
                      </a:r>
                    </a:p>
                    <a:p>
                      <a:pPr algn="ctr" fontAlgn="base"/>
                      <a:r>
                        <a:rPr lang="ja-JP" altLang="en-US" sz="1200" b="0" dirty="0">
                          <a:solidFill>
                            <a:schemeClr val="tx1"/>
                          </a:solidFill>
                          <a:effectLst/>
                        </a:rPr>
                        <a:t>地図上に距離表示。​</a:t>
                      </a:r>
                      <a:endParaRPr lang="ja-JP" altLang="en-US" sz="1200" b="0" i="0" dirty="0">
                        <a:solidFill>
                          <a:schemeClr val="tx1"/>
                        </a:solidFill>
                        <a:effectLst/>
                      </a:endParaRPr>
                    </a:p>
                  </a:txBody>
                  <a:tcPr marL="40690" marR="40690" marT="20345" marB="20345" anchor="ctr"/>
                </a:tc>
                <a:tc>
                  <a:txBody>
                    <a:bodyPr/>
                    <a:lstStyle/>
                    <a:p>
                      <a:pPr algn="ctr" fontAlgn="base"/>
                      <a:r>
                        <a:rPr lang="ja-JP" altLang="en-US" sz="1200" b="0" dirty="0">
                          <a:solidFill>
                            <a:schemeClr val="tx1"/>
                          </a:solidFill>
                          <a:effectLst/>
                        </a:rPr>
                        <a:t>「</a:t>
                      </a:r>
                      <a:r>
                        <a:rPr lang="en-US" altLang="ja-JP" sz="1200" b="0" dirty="0">
                          <a:solidFill>
                            <a:schemeClr val="tx1"/>
                          </a:solidFill>
                          <a:effectLst/>
                        </a:rPr>
                        <a:t>10</a:t>
                      </a:r>
                      <a:r>
                        <a:rPr lang="ja-JP" altLang="en-US" sz="1200" b="0" dirty="0">
                          <a:solidFill>
                            <a:schemeClr val="tx1"/>
                          </a:solidFill>
                          <a:effectLst/>
                        </a:rPr>
                        <a:t>分経過」、「</a:t>
                      </a:r>
                      <a:r>
                        <a:rPr lang="en-US" altLang="ja-JP" sz="1200" b="0" dirty="0">
                          <a:solidFill>
                            <a:schemeClr val="tx1"/>
                          </a:solidFill>
                          <a:effectLst/>
                        </a:rPr>
                        <a:t>1km</a:t>
                      </a:r>
                      <a:r>
                        <a:rPr lang="ja-JP" altLang="en-US" sz="1200" b="0" dirty="0">
                          <a:solidFill>
                            <a:schemeClr val="tx1"/>
                          </a:solidFill>
                          <a:effectLst/>
                        </a:rPr>
                        <a:t>経過」のように時間と距離をアナウンス（片方のみの選択</a:t>
                      </a:r>
                      <a:r>
                        <a:rPr lang="en-US" altLang="ja-JP" sz="1200" b="0" dirty="0">
                          <a:solidFill>
                            <a:schemeClr val="tx1"/>
                          </a:solidFill>
                          <a:effectLst/>
                        </a:rPr>
                        <a:t>OK</a:t>
                      </a:r>
                      <a:r>
                        <a:rPr lang="ja-JP" altLang="en-US" sz="1200" b="0" dirty="0">
                          <a:solidFill>
                            <a:schemeClr val="tx1"/>
                          </a:solidFill>
                          <a:effectLst/>
                        </a:rPr>
                        <a:t>）​</a:t>
                      </a:r>
                      <a:endParaRPr lang="ja-JP" altLang="en-US" sz="1200" b="0" i="0" dirty="0">
                        <a:solidFill>
                          <a:schemeClr val="tx1"/>
                        </a:solidFill>
                        <a:effectLst/>
                      </a:endParaRPr>
                    </a:p>
                  </a:txBody>
                  <a:tcPr marL="40690" marR="40690" marT="20345" marB="20345" anchor="ctr"/>
                </a:tc>
                <a:extLst>
                  <a:ext uri="{0D108BD9-81ED-4DB2-BD59-A6C34878D82A}">
                    <a16:rowId xmlns:a16="http://schemas.microsoft.com/office/drawing/2014/main" val="2736719589"/>
                  </a:ext>
                </a:extLst>
              </a:tr>
            </a:tbl>
          </a:graphicData>
        </a:graphic>
      </p:graphicFrame>
      <p:sp>
        <p:nvSpPr>
          <p:cNvPr id="6" name="テキスト ボックス 5">
            <a:extLst>
              <a:ext uri="{FF2B5EF4-FFF2-40B4-BE49-F238E27FC236}">
                <a16:creationId xmlns:a16="http://schemas.microsoft.com/office/drawing/2014/main" id="{79B74625-116F-C5BA-07BD-9F2F96BDAA48}"/>
              </a:ext>
            </a:extLst>
          </p:cNvPr>
          <p:cNvSpPr txBox="1"/>
          <p:nvPr/>
        </p:nvSpPr>
        <p:spPr>
          <a:xfrm>
            <a:off x="140677" y="0"/>
            <a:ext cx="8510954" cy="584775"/>
          </a:xfrm>
          <a:prstGeom prst="rect">
            <a:avLst/>
          </a:prstGeom>
          <a:noFill/>
        </p:spPr>
        <p:txBody>
          <a:bodyPr wrap="square" rtlCol="0">
            <a:spAutoFit/>
          </a:bodyPr>
          <a:lstStyle/>
          <a:p>
            <a:r>
              <a:rPr lang="ja-JP" altLang="en-US" sz="3200" b="1" u="sng" dirty="0"/>
              <a:t>参考）</a:t>
            </a:r>
            <a:r>
              <a:rPr lang="en-US" altLang="ja-JP" sz="3200" b="1" u="sng" dirty="0"/>
              <a:t>22</a:t>
            </a:r>
            <a:r>
              <a:rPr lang="ja-JP" altLang="en-US" sz="3200" b="1" u="sng" dirty="0"/>
              <a:t>年に運営陣内で各アプリ比較</a:t>
            </a:r>
            <a:endParaRPr kumimoji="1" lang="ja-JP" altLang="en-US" sz="3200" b="1" u="sng" dirty="0"/>
          </a:p>
        </p:txBody>
      </p:sp>
      <p:sp>
        <p:nvSpPr>
          <p:cNvPr id="2" name="テキスト ボックス 1">
            <a:extLst>
              <a:ext uri="{FF2B5EF4-FFF2-40B4-BE49-F238E27FC236}">
                <a16:creationId xmlns:a16="http://schemas.microsoft.com/office/drawing/2014/main" id="{8A45C1AF-9C47-59FB-5CB9-971CFB4A6111}"/>
              </a:ext>
            </a:extLst>
          </p:cNvPr>
          <p:cNvSpPr txBox="1"/>
          <p:nvPr/>
        </p:nvSpPr>
        <p:spPr>
          <a:xfrm>
            <a:off x="154744" y="6293793"/>
            <a:ext cx="10034337" cy="369332"/>
          </a:xfrm>
          <a:prstGeom prst="rect">
            <a:avLst/>
          </a:prstGeom>
          <a:noFill/>
        </p:spPr>
        <p:txBody>
          <a:bodyPr wrap="square" rtlCol="0">
            <a:spAutoFit/>
          </a:bodyPr>
          <a:lstStyle/>
          <a:p>
            <a:r>
              <a:rPr kumimoji="1" lang="ja-JP" altLang="en-US" dirty="0"/>
              <a:t>で結論</a:t>
            </a:r>
            <a:r>
              <a:rPr lang="ja-JP" altLang="en-US" dirty="0"/>
              <a:t>なにがいいの</a:t>
            </a:r>
            <a:r>
              <a:rPr kumimoji="1" lang="ja-JP" altLang="en-US" dirty="0"/>
              <a:t>？？⇒人それぞれ</a:t>
            </a:r>
            <a:r>
              <a:rPr kumimoji="1" lang="en-US" altLang="ja-JP" dirty="0"/>
              <a:t>(</a:t>
            </a:r>
            <a:r>
              <a:rPr kumimoji="1" lang="ja-JP" altLang="en-US" dirty="0"/>
              <a:t>笑</a:t>
            </a:r>
            <a:r>
              <a:rPr kumimoji="1" lang="en-US" altLang="ja-JP" dirty="0"/>
              <a:t>)</a:t>
            </a:r>
            <a:endParaRPr kumimoji="1" lang="ja-JP" altLang="en-US" dirty="0"/>
          </a:p>
        </p:txBody>
      </p:sp>
    </p:spTree>
    <p:extLst>
      <p:ext uri="{BB962C8B-B14F-4D97-AF65-F5344CB8AC3E}">
        <p14:creationId xmlns:p14="http://schemas.microsoft.com/office/powerpoint/2010/main" val="144865882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9d908a-9f95-4997-80f1-3523e6bc2e19">
      <Terms xmlns="http://schemas.microsoft.com/office/infopath/2007/PartnerControls"/>
    </lcf76f155ced4ddcb4097134ff3c332f>
    <TaxCatchAll xmlns="25ec1c44-e65e-43e7-94fb-6edd69e0929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DA43775712445F4F82775BB460FB3292" ma:contentTypeVersion="18" ma:contentTypeDescription="新しいドキュメントを作成します。" ma:contentTypeScope="" ma:versionID="8e42fe8b183222c4c117a6db4a25b6c1">
  <xsd:schema xmlns:xsd="http://www.w3.org/2001/XMLSchema" xmlns:xs="http://www.w3.org/2001/XMLSchema" xmlns:p="http://schemas.microsoft.com/office/2006/metadata/properties" xmlns:ns2="6e9d908a-9f95-4997-80f1-3523e6bc2e19" xmlns:ns3="25ec1c44-e65e-43e7-94fb-6edd69e0929a" targetNamespace="http://schemas.microsoft.com/office/2006/metadata/properties" ma:root="true" ma:fieldsID="9e20836c3aff8573ef6390666352d87a" ns2:_="" ns3:_="">
    <xsd:import namespace="6e9d908a-9f95-4997-80f1-3523e6bc2e19"/>
    <xsd:import namespace="25ec1c44-e65e-43e7-94fb-6edd69e092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DateTaken" minOccurs="0"/>
                <xsd:element ref="ns2:MediaServiceOCR"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d908a-9f95-4997-80f1-3523e6bc2e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画像タグ" ma:readOnly="false" ma:fieldId="{5cf76f15-5ced-4ddc-b409-7134ff3c332f}" ma:taxonomyMulti="true" ma:sspId="401df557-eeb5-435c-8d7c-77a7fa12a987"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ec1c44-e65e-43e7-94fb-6edd69e0929a"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TaxCatchAll" ma:index="22" nillable="true" ma:displayName="Taxonomy Catch All Column" ma:hidden="true" ma:list="{07a44d82-081a-4791-bff5-ed16b6724170}" ma:internalName="TaxCatchAll" ma:showField="CatchAllData" ma:web="25ec1c44-e65e-43e7-94fb-6edd69e092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A72FC9-9578-485B-88B4-4C174B4D6FBB}">
  <ds:schemaRefs>
    <ds:schemaRef ds:uri="25ec1c44-e65e-43e7-94fb-6edd69e0929a"/>
    <ds:schemaRef ds:uri="http://schemas.microsoft.com/office/2006/metadata/properties"/>
    <ds:schemaRef ds:uri="http://purl.org/dc/terms/"/>
    <ds:schemaRef ds:uri="http://www.w3.org/XML/1998/namespace"/>
    <ds:schemaRef ds:uri="http://schemas.microsoft.com/office/2006/documentManagement/types"/>
    <ds:schemaRef ds:uri="http://schemas.openxmlformats.org/package/2006/metadata/core-properties"/>
    <ds:schemaRef ds:uri="http://schemas.microsoft.com/office/infopath/2007/PartnerControls"/>
    <ds:schemaRef ds:uri="6e9d908a-9f95-4997-80f1-3523e6bc2e19"/>
    <ds:schemaRef ds:uri="http://purl.org/dc/dcmitype/"/>
    <ds:schemaRef ds:uri="http://purl.org/dc/elements/1.1/"/>
  </ds:schemaRefs>
</ds:datastoreItem>
</file>

<file path=customXml/itemProps2.xml><?xml version="1.0" encoding="utf-8"?>
<ds:datastoreItem xmlns:ds="http://schemas.openxmlformats.org/officeDocument/2006/customXml" ds:itemID="{E6D787D6-0533-40C1-ACAC-86B2F1F95FBC}">
  <ds:schemaRefs>
    <ds:schemaRef ds:uri="http://schemas.microsoft.com/sharepoint/v3/contenttype/forms"/>
  </ds:schemaRefs>
</ds:datastoreItem>
</file>

<file path=customXml/itemProps3.xml><?xml version="1.0" encoding="utf-8"?>
<ds:datastoreItem xmlns:ds="http://schemas.openxmlformats.org/officeDocument/2006/customXml" ds:itemID="{9D53B0E7-10DB-446F-877B-2461A89D10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d908a-9f95-4997-80f1-3523e6bc2e19"/>
    <ds:schemaRef ds:uri="25ec1c44-e65e-43e7-94fb-6edd69e092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220</TotalTime>
  <Words>816</Words>
  <Application>Microsoft Office PowerPoint</Application>
  <PresentationFormat>ワイド画面</PresentationFormat>
  <Paragraphs>127</Paragraphs>
  <Slides>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vt:i4>
      </vt:variant>
    </vt:vector>
  </HeadingPairs>
  <TitlesOfParts>
    <vt:vector size="9" baseType="lpstr">
      <vt:lpstr>HGPｺﾞｼｯｸM</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Wada, Ryuta/和田 龍太</dc:creator>
  <cp:lastModifiedBy>Wada, Ryuta/和田 龍太</cp:lastModifiedBy>
  <cp:revision>10</cp:revision>
  <dcterms:created xsi:type="dcterms:W3CDTF">2024-05-30T03:50:19Z</dcterms:created>
  <dcterms:modified xsi:type="dcterms:W3CDTF">2024-05-30T09:05:57Z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0x010100DA43775712445F4F82775BB460FB3292</vt:lpwstr>
  </property>
  <property fmtid="{D5CDD505-2E9C-101B-9397-08002B2CF9AE}" pid="3" name="MediaServiceImageTags">
    <vt:lpwstr/>
  </property>
</Properties>
</file>