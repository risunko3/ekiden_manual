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6"/>
  </p:notesMasterIdLst>
  <p:sldIdLst>
    <p:sldId id="256" r:id="rId4"/>
    <p:sldId id="257"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54C9FD-10A3-4487-9165-BCD8F0B3E965}" v="52" dt="2023-07-18T22:53:37.49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72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3.xml"/><Relationship Id="rId3" Type="http://schemas.openxmlformats.org/officeDocument/2006/relationships/slideMaster" Target="slideMasters/slideMaster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2.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da, Ryuta/和田 龍太" userId="2d932581-5fbd-4652-aa43-e6a64ab27875" providerId="ADAL" clId="{6154C9FD-10A3-4487-9165-BCD8F0B3E965}"/>
    <pc:docChg chg="modSld">
      <pc:chgData name="Wada, Ryuta/和田 龍太" userId="2d932581-5fbd-4652-aa43-e6a64ab27875" providerId="ADAL" clId="{6154C9FD-10A3-4487-9165-BCD8F0B3E965}" dt="2023-07-18T22:53:50.749" v="183" actId="1076"/>
      <pc:docMkLst>
        <pc:docMk/>
      </pc:docMkLst>
      <pc:sldChg chg="addSp modSp mod">
        <pc:chgData name="Wada, Ryuta/和田 龍太" userId="2d932581-5fbd-4652-aa43-e6a64ab27875" providerId="ADAL" clId="{6154C9FD-10A3-4487-9165-BCD8F0B3E965}" dt="2023-07-18T22:53:50.749" v="183" actId="1076"/>
        <pc:sldMkLst>
          <pc:docMk/>
          <pc:sldMk cId="2357055578" sldId="256"/>
        </pc:sldMkLst>
        <pc:spChg chg="mod">
          <ac:chgData name="Wada, Ryuta/和田 龍太" userId="2d932581-5fbd-4652-aa43-e6a64ab27875" providerId="ADAL" clId="{6154C9FD-10A3-4487-9165-BCD8F0B3E965}" dt="2023-07-18T22:53:30.076" v="173" actId="207"/>
          <ac:spMkLst>
            <pc:docMk/>
            <pc:sldMk cId="2357055578" sldId="256"/>
            <ac:spMk id="2" creationId="{71926DFB-33E3-257F-5430-0FE4D9BBC4FF}"/>
          </ac:spMkLst>
        </pc:spChg>
        <pc:spChg chg="add mod">
          <ac:chgData name="Wada, Ryuta/和田 龍太" userId="2d932581-5fbd-4652-aa43-e6a64ab27875" providerId="ADAL" clId="{6154C9FD-10A3-4487-9165-BCD8F0B3E965}" dt="2023-07-04T00:54:40.886" v="112" actId="113"/>
          <ac:spMkLst>
            <pc:docMk/>
            <pc:sldMk cId="2357055578" sldId="256"/>
            <ac:spMk id="3" creationId="{F05234D0-265C-56A6-9B07-1592D7FBB696}"/>
          </ac:spMkLst>
        </pc:spChg>
        <pc:spChg chg="mod">
          <ac:chgData name="Wada, Ryuta/和田 龍太" userId="2d932581-5fbd-4652-aa43-e6a64ab27875" providerId="ADAL" clId="{6154C9FD-10A3-4487-9165-BCD8F0B3E965}" dt="2023-07-18T22:53:24.037" v="172" actId="207"/>
          <ac:spMkLst>
            <pc:docMk/>
            <pc:sldMk cId="2357055578" sldId="256"/>
            <ac:spMk id="5" creationId="{A7085C20-0AA7-0F13-1636-2E11EAEAA044}"/>
          </ac:spMkLst>
        </pc:spChg>
        <pc:spChg chg="mod">
          <ac:chgData name="Wada, Ryuta/和田 龍太" userId="2d932581-5fbd-4652-aa43-e6a64ab27875" providerId="ADAL" clId="{6154C9FD-10A3-4487-9165-BCD8F0B3E965}" dt="2023-07-18T22:53:30.076" v="173" actId="207"/>
          <ac:spMkLst>
            <pc:docMk/>
            <pc:sldMk cId="2357055578" sldId="256"/>
            <ac:spMk id="6" creationId="{352341DC-8CE6-F6CE-6121-B20F99ADB046}"/>
          </ac:spMkLst>
        </pc:spChg>
        <pc:spChg chg="mod">
          <ac:chgData name="Wada, Ryuta/和田 龍太" userId="2d932581-5fbd-4652-aa43-e6a64ab27875" providerId="ADAL" clId="{6154C9FD-10A3-4487-9165-BCD8F0B3E965}" dt="2023-07-18T22:53:24.037" v="172" actId="207"/>
          <ac:spMkLst>
            <pc:docMk/>
            <pc:sldMk cId="2357055578" sldId="256"/>
            <ac:spMk id="7" creationId="{62C62AA5-39C6-C492-0407-3DE9101587D8}"/>
          </ac:spMkLst>
        </pc:spChg>
        <pc:spChg chg="add mod">
          <ac:chgData name="Wada, Ryuta/和田 龍太" userId="2d932581-5fbd-4652-aa43-e6a64ab27875" providerId="ADAL" clId="{6154C9FD-10A3-4487-9165-BCD8F0B3E965}" dt="2023-07-18T22:53:24.037" v="172" actId="207"/>
          <ac:spMkLst>
            <pc:docMk/>
            <pc:sldMk cId="2357055578" sldId="256"/>
            <ac:spMk id="8" creationId="{2E8362EA-85DC-4062-516F-E96773FD2FC6}"/>
          </ac:spMkLst>
        </pc:spChg>
        <pc:spChg chg="add mod">
          <ac:chgData name="Wada, Ryuta/和田 龍太" userId="2d932581-5fbd-4652-aa43-e6a64ab27875" providerId="ADAL" clId="{6154C9FD-10A3-4487-9165-BCD8F0B3E965}" dt="2023-07-18T22:53:24.037" v="172" actId="207"/>
          <ac:spMkLst>
            <pc:docMk/>
            <pc:sldMk cId="2357055578" sldId="256"/>
            <ac:spMk id="10" creationId="{CDD7D64F-C261-466D-AF53-5467A7D7DBF9}"/>
          </ac:spMkLst>
        </pc:spChg>
        <pc:spChg chg="add mod">
          <ac:chgData name="Wada, Ryuta/和田 龍太" userId="2d932581-5fbd-4652-aa43-e6a64ab27875" providerId="ADAL" clId="{6154C9FD-10A3-4487-9165-BCD8F0B3E965}" dt="2023-07-18T22:53:50.749" v="183" actId="1076"/>
          <ac:spMkLst>
            <pc:docMk/>
            <pc:sldMk cId="2357055578" sldId="256"/>
            <ac:spMk id="13" creationId="{2042B1DD-1F0C-2F7C-A4FC-E71190845CF8}"/>
          </ac:spMkLst>
        </pc:spChg>
        <pc:graphicFrameChg chg="modGraphic">
          <ac:chgData name="Wada, Ryuta/和田 龍太" userId="2d932581-5fbd-4652-aa43-e6a64ab27875" providerId="ADAL" clId="{6154C9FD-10A3-4487-9165-BCD8F0B3E965}" dt="2023-07-04T00:58:23.974" v="160" actId="20577"/>
          <ac:graphicFrameMkLst>
            <pc:docMk/>
            <pc:sldMk cId="2357055578" sldId="256"/>
            <ac:graphicFrameMk id="4" creationId="{1ADC972A-14D3-200B-D5EE-39B25BBFD72D}"/>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25B732-57A8-460E-8E55-152F63E968A0}" type="datetimeFigureOut">
              <a:rPr kumimoji="1" lang="ja-JP" altLang="en-US" smtClean="0"/>
              <a:t>2023/7/19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1FFF14-7F93-4EF9-AE63-BBB56AC60AC2}" type="slidenum">
              <a:rPr kumimoji="1" lang="ja-JP" altLang="en-US" smtClean="0"/>
              <a:t>‹#›</a:t>
            </a:fld>
            <a:endParaRPr kumimoji="1" lang="ja-JP" altLang="en-US"/>
          </a:p>
        </p:txBody>
      </p:sp>
    </p:spTree>
    <p:extLst>
      <p:ext uri="{BB962C8B-B14F-4D97-AF65-F5344CB8AC3E}">
        <p14:creationId xmlns:p14="http://schemas.microsoft.com/office/powerpoint/2010/main" val="179460988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81FFF14-7F93-4EF9-AE63-BBB56AC60AC2}" type="slidenum">
              <a:rPr kumimoji="1" lang="ja-JP" altLang="en-US" smtClean="0"/>
              <a:t>1</a:t>
            </a:fld>
            <a:endParaRPr kumimoji="1" lang="ja-JP" altLang="en-US"/>
          </a:p>
        </p:txBody>
      </p:sp>
    </p:spTree>
    <p:extLst>
      <p:ext uri="{BB962C8B-B14F-4D97-AF65-F5344CB8AC3E}">
        <p14:creationId xmlns:p14="http://schemas.microsoft.com/office/powerpoint/2010/main" val="4090557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A2BC19-0942-2DA8-879C-E90D11DFAAA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FAD89E2-C222-8AA7-293E-F1E4F1F3A1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7B6708A-3BD7-6118-65C0-3528E14A8F87}"/>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5" name="フッター プレースホルダー 4">
            <a:extLst>
              <a:ext uri="{FF2B5EF4-FFF2-40B4-BE49-F238E27FC236}">
                <a16:creationId xmlns:a16="http://schemas.microsoft.com/office/drawing/2014/main" id="{15040ECC-E78D-7113-B2DC-DDEAEE0D7C5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4238F70-3713-8D44-5BD3-314834E5F3AB}"/>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1519177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AEB370-2C40-A0CF-9524-E342D33E133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F6694A9-2BC8-AC9A-7817-ADF55F97C56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9686386-C504-35DC-CA43-BBEB8565B084}"/>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5" name="フッター プレースホルダー 4">
            <a:extLst>
              <a:ext uri="{FF2B5EF4-FFF2-40B4-BE49-F238E27FC236}">
                <a16:creationId xmlns:a16="http://schemas.microsoft.com/office/drawing/2014/main" id="{16166971-1A6C-D080-2C2C-DAD5A21C962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1624BDF-A103-92BC-7569-132747994C55}"/>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1423887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9FB580-962C-C13B-DF33-49B34782E2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F224E4-D969-36D3-C646-BE1234849A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DC2B73E-3C13-28C6-1C05-21C847FD28FF}"/>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5" name="フッター プレースホルダー 4">
            <a:extLst>
              <a:ext uri="{FF2B5EF4-FFF2-40B4-BE49-F238E27FC236}">
                <a16:creationId xmlns:a16="http://schemas.microsoft.com/office/drawing/2014/main" id="{5D1F8D5A-69CA-F03F-7FCE-1A89B0AFDC9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FDE59FF-AF7D-B12C-DC7E-A32C74E209A0}"/>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2681514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9CB7D3-FEE5-0A16-3EDE-8098AE17879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52B0427-1409-645A-9E1C-1E782A276E9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692210C-8893-64DC-D38F-5FBC3F4E97F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7FB5A7A-0B44-8986-4088-CE9E22B56E96}"/>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6" name="フッター プレースホルダー 5">
            <a:extLst>
              <a:ext uri="{FF2B5EF4-FFF2-40B4-BE49-F238E27FC236}">
                <a16:creationId xmlns:a16="http://schemas.microsoft.com/office/drawing/2014/main" id="{4723AF13-2EF4-EAFC-FEE6-0A0E6D19552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D9F2CF1-84B7-E6D2-52A7-5401F8628216}"/>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923362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40AD82-464C-5E84-968D-C17291EA119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D3AB1F7-931B-725E-92EB-C6B23F3251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AE0D82D-2031-F808-438C-5BF619D44AF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BEB9E5D-D3F8-068E-836A-1E066AFF5E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13A4CF1-59CB-7A80-14E5-D690A3ECAB9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55292C4-5FA0-2595-8DA5-50A3F2FF4599}"/>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8" name="フッター プレースホルダー 7">
            <a:extLst>
              <a:ext uri="{FF2B5EF4-FFF2-40B4-BE49-F238E27FC236}">
                <a16:creationId xmlns:a16="http://schemas.microsoft.com/office/drawing/2014/main" id="{7B1BAD94-69BE-B013-C933-6FAEFB8D01B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E4FA850-D9D9-A7F8-1131-73DD068EF627}"/>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1982043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5E6D5C-DFDB-691B-7107-9C221412ADB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BBBEAFD-E72E-47C0-4344-4DCBD2A7DDC5}"/>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4" name="フッター プレースホルダー 3">
            <a:extLst>
              <a:ext uri="{FF2B5EF4-FFF2-40B4-BE49-F238E27FC236}">
                <a16:creationId xmlns:a16="http://schemas.microsoft.com/office/drawing/2014/main" id="{589F915D-77C4-88CF-C7CE-26D45DF17C3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AEA6335-EA47-C387-E875-0B2D1DA9917B}"/>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366727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9ADE0A7-5FBD-0D46-77B5-D60A4F840047}"/>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3" name="フッター プレースホルダー 2">
            <a:extLst>
              <a:ext uri="{FF2B5EF4-FFF2-40B4-BE49-F238E27FC236}">
                <a16:creationId xmlns:a16="http://schemas.microsoft.com/office/drawing/2014/main" id="{45E206CB-CD2D-252A-7ECF-473F044A061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3376EA7-3718-D13E-E931-4EB171D8F6F3}"/>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365667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B1D27C-05F7-CFAC-A6C7-3775F56C66B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1E847F1-2C3B-71F7-F5D8-9174DD959D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573D923-4654-E147-34E3-E77DCF762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C3AA83E-8012-72A2-ADF0-935BE1BC95AC}"/>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6" name="フッター プレースホルダー 5">
            <a:extLst>
              <a:ext uri="{FF2B5EF4-FFF2-40B4-BE49-F238E27FC236}">
                <a16:creationId xmlns:a16="http://schemas.microsoft.com/office/drawing/2014/main" id="{2DC37802-2494-F198-A966-2E5C8B20FD6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47CC14D-4418-0148-099B-A5C3AE31ED0D}"/>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70325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76ADBA-F2FE-06C3-AF41-1B581380AB8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C2C592C-DC6C-85B9-22B2-94B90CBDDF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A11593C-AA52-3D3B-B84A-177A2197D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8CABBD5-F2CB-82B5-70FA-2F87B17DE9FD}"/>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6" name="フッター プレースホルダー 5">
            <a:extLst>
              <a:ext uri="{FF2B5EF4-FFF2-40B4-BE49-F238E27FC236}">
                <a16:creationId xmlns:a16="http://schemas.microsoft.com/office/drawing/2014/main" id="{7B3266D3-E160-977A-178A-1D17CEBAA5A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0E8D7FC-7723-2A0C-0B86-57598B2ADEDD}"/>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2548037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B6554C-6BE6-13B6-E5F8-0AFD5CC4808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2079E39-7A9A-F853-A0CF-C50CB49ED2F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216B28-A837-904B-66A3-4B069C0C2D4E}"/>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5" name="フッター プレースホルダー 4">
            <a:extLst>
              <a:ext uri="{FF2B5EF4-FFF2-40B4-BE49-F238E27FC236}">
                <a16:creationId xmlns:a16="http://schemas.microsoft.com/office/drawing/2014/main" id="{C26E9FB1-D139-2A7B-B84B-F3BD087B4B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E42E6C0-27DD-13E0-F73C-A9D458F06054}"/>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3374532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612DC18-FE27-EAEB-2E0A-EE25E5FCDC2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DA6BD13-99A2-1458-DDB8-41B783AE8DE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E5C49A-5707-0FDB-291C-6C05A7903BA2}"/>
              </a:ext>
            </a:extLst>
          </p:cNvPr>
          <p:cNvSpPr>
            <a:spLocks noGrp="1"/>
          </p:cNvSpPr>
          <p:nvPr>
            <p:ph type="dt" sz="half" idx="10"/>
          </p:nvPr>
        </p:nvSpPr>
        <p:spPr/>
        <p:txBody>
          <a:bodyPr/>
          <a:lstStyle/>
          <a:p>
            <a:fld id="{C1DC0152-6E23-4AD2-BE60-6916B6C73595}" type="datetimeFigureOut">
              <a:rPr kumimoji="1" lang="ja-JP" altLang="en-US" smtClean="0"/>
              <a:t>2023/7/19</a:t>
            </a:fld>
            <a:endParaRPr kumimoji="1" lang="ja-JP" altLang="en-US"/>
          </a:p>
        </p:txBody>
      </p:sp>
      <p:sp>
        <p:nvSpPr>
          <p:cNvPr id="5" name="フッター プレースホルダー 4">
            <a:extLst>
              <a:ext uri="{FF2B5EF4-FFF2-40B4-BE49-F238E27FC236}">
                <a16:creationId xmlns:a16="http://schemas.microsoft.com/office/drawing/2014/main" id="{8AF6119F-0937-51A2-7920-5B3F5F7CA5A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9506EC-9EE9-99E8-3961-E9E5B4BE63C3}"/>
              </a:ext>
            </a:extLst>
          </p:cNvPr>
          <p:cNvSpPr>
            <a:spLocks noGrp="1"/>
          </p:cNvSpPr>
          <p:nvPr>
            <p:ph type="sldNum" sz="quarter" idx="12"/>
          </p:nvPr>
        </p:nvSpPr>
        <p:spPr/>
        <p:txBody>
          <a:body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35055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247AE5E-B487-F7BA-5568-55D02F9953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7FCD8F5-BA44-AA40-A5C4-86F3F5647B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32B3E89-470E-6B60-FEE1-A439253D11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DC0152-6E23-4AD2-BE60-6916B6C73595}" type="datetimeFigureOut">
              <a:rPr kumimoji="1" lang="ja-JP" altLang="en-US" smtClean="0"/>
              <a:t>2023/7/19</a:t>
            </a:fld>
            <a:endParaRPr kumimoji="1" lang="ja-JP" altLang="en-US"/>
          </a:p>
        </p:txBody>
      </p:sp>
      <p:sp>
        <p:nvSpPr>
          <p:cNvPr id="5" name="フッター プレースホルダー 4">
            <a:extLst>
              <a:ext uri="{FF2B5EF4-FFF2-40B4-BE49-F238E27FC236}">
                <a16:creationId xmlns:a16="http://schemas.microsoft.com/office/drawing/2014/main" id="{0F1652CF-8313-3524-E158-E5BB20A6F3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602CCF0-43A9-9561-F471-157F0735EE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C7484-F032-4E56-BEC5-3FDC6578F6CA}" type="slidenum">
              <a:rPr kumimoji="1" lang="ja-JP" altLang="en-US" smtClean="0"/>
              <a:t>‹#›</a:t>
            </a:fld>
            <a:endParaRPr kumimoji="1" lang="ja-JP" altLang="en-US"/>
          </a:p>
        </p:txBody>
      </p:sp>
    </p:spTree>
    <p:extLst>
      <p:ext uri="{BB962C8B-B14F-4D97-AF65-F5344CB8AC3E}">
        <p14:creationId xmlns:p14="http://schemas.microsoft.com/office/powerpoint/2010/main" val="2812655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4">
            <a:extLst>
              <a:ext uri="{FF2B5EF4-FFF2-40B4-BE49-F238E27FC236}">
                <a16:creationId xmlns:a16="http://schemas.microsoft.com/office/drawing/2014/main" id="{1ADC972A-14D3-200B-D5EE-39B25BBFD72D}"/>
              </a:ext>
            </a:extLst>
          </p:cNvPr>
          <p:cNvGraphicFramePr>
            <a:graphicFrameLocks noGrp="1"/>
          </p:cNvGraphicFramePr>
          <p:nvPr>
            <p:extLst>
              <p:ext uri="{D42A27DB-BD31-4B8C-83A1-F6EECF244321}">
                <p14:modId xmlns:p14="http://schemas.microsoft.com/office/powerpoint/2010/main" val="648722070"/>
              </p:ext>
            </p:extLst>
          </p:nvPr>
        </p:nvGraphicFramePr>
        <p:xfrm>
          <a:off x="299257" y="929255"/>
          <a:ext cx="11438313" cy="5560476"/>
        </p:xfrm>
        <a:graphic>
          <a:graphicData uri="http://schemas.openxmlformats.org/drawingml/2006/table">
            <a:tbl>
              <a:tblPr firstRow="1" bandRow="1">
                <a:tableStyleId>{5940675A-B579-460E-94D1-54222C63F5DA}</a:tableStyleId>
              </a:tblPr>
              <a:tblGrid>
                <a:gridCol w="2918909">
                  <a:extLst>
                    <a:ext uri="{9D8B030D-6E8A-4147-A177-3AD203B41FA5}">
                      <a16:colId xmlns:a16="http://schemas.microsoft.com/office/drawing/2014/main" val="4129314732"/>
                    </a:ext>
                  </a:extLst>
                </a:gridCol>
                <a:gridCol w="2129851">
                  <a:extLst>
                    <a:ext uri="{9D8B030D-6E8A-4147-A177-3AD203B41FA5}">
                      <a16:colId xmlns:a16="http://schemas.microsoft.com/office/drawing/2014/main" val="1521372682"/>
                    </a:ext>
                  </a:extLst>
                </a:gridCol>
                <a:gridCol w="2129851">
                  <a:extLst>
                    <a:ext uri="{9D8B030D-6E8A-4147-A177-3AD203B41FA5}">
                      <a16:colId xmlns:a16="http://schemas.microsoft.com/office/drawing/2014/main" val="3278847818"/>
                    </a:ext>
                  </a:extLst>
                </a:gridCol>
                <a:gridCol w="2129851">
                  <a:extLst>
                    <a:ext uri="{9D8B030D-6E8A-4147-A177-3AD203B41FA5}">
                      <a16:colId xmlns:a16="http://schemas.microsoft.com/office/drawing/2014/main" val="2074763525"/>
                    </a:ext>
                  </a:extLst>
                </a:gridCol>
                <a:gridCol w="2129851">
                  <a:extLst>
                    <a:ext uri="{9D8B030D-6E8A-4147-A177-3AD203B41FA5}">
                      <a16:colId xmlns:a16="http://schemas.microsoft.com/office/drawing/2014/main" val="433709292"/>
                    </a:ext>
                  </a:extLst>
                </a:gridCol>
              </a:tblGrid>
              <a:tr h="926746">
                <a:tc>
                  <a:txBody>
                    <a:bodyPr/>
                    <a:lstStyle/>
                    <a:p>
                      <a:pPr algn="ctr"/>
                      <a:endParaRPr kumimoji="1" lang="ja-JP" altLang="en-US"/>
                    </a:p>
                  </a:txBody>
                  <a:tcPr anchor="ctr"/>
                </a:tc>
                <a:tc>
                  <a:txBody>
                    <a:bodyPr/>
                    <a:lstStyle/>
                    <a:p>
                      <a:pPr algn="ctr"/>
                      <a:r>
                        <a:rPr kumimoji="1" lang="ja-JP" altLang="en-US"/>
                        <a:t>水曜夜本社</a:t>
                      </a:r>
                      <a:r>
                        <a:rPr kumimoji="1" lang="en-US" altLang="ja-JP"/>
                        <a:t>G</a:t>
                      </a:r>
                    </a:p>
                    <a:p>
                      <a:pPr algn="ctr"/>
                      <a:r>
                        <a:rPr kumimoji="1" lang="ja-JP" altLang="en-US"/>
                        <a:t>（当日昼）</a:t>
                      </a:r>
                    </a:p>
                  </a:txBody>
                  <a:tcPr anchor="ctr"/>
                </a:tc>
                <a:tc>
                  <a:txBody>
                    <a:bodyPr/>
                    <a:lstStyle/>
                    <a:p>
                      <a:pPr algn="ctr"/>
                      <a:r>
                        <a:rPr kumimoji="1" lang="ja-JP" altLang="en-US"/>
                        <a:t>土曜スポセン</a:t>
                      </a:r>
                      <a:endParaRPr kumimoji="1" lang="en-US" altLang="ja-JP"/>
                    </a:p>
                    <a:p>
                      <a:pPr algn="ctr"/>
                      <a:r>
                        <a:rPr kumimoji="1" lang="ja-JP" altLang="en-US"/>
                        <a:t>リアルの部</a:t>
                      </a:r>
                      <a:endParaRPr kumimoji="1" lang="en-US" altLang="ja-JP"/>
                    </a:p>
                    <a:p>
                      <a:pPr algn="ctr"/>
                      <a:r>
                        <a:rPr kumimoji="1" lang="ja-JP" altLang="en-US"/>
                        <a:t>（前日夕方）</a:t>
                      </a:r>
                    </a:p>
                  </a:txBody>
                  <a:tcPr anchor="ctr"/>
                </a:tc>
                <a:tc>
                  <a:txBody>
                    <a:bodyPr/>
                    <a:lstStyle/>
                    <a:p>
                      <a:pPr algn="ctr"/>
                      <a:r>
                        <a:rPr kumimoji="1" lang="ja-JP" altLang="en-US"/>
                        <a:t>土曜スポセン</a:t>
                      </a:r>
                      <a:r>
                        <a:rPr kumimoji="1" lang="en-US" altLang="ja-JP"/>
                        <a:t>/</a:t>
                      </a:r>
                      <a:r>
                        <a:rPr kumimoji="1" lang="ja-JP" altLang="en-US"/>
                        <a:t>中総</a:t>
                      </a:r>
                      <a:endParaRPr kumimoji="1" lang="en-US" altLang="ja-JP"/>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（前日夕方）</a:t>
                      </a:r>
                    </a:p>
                  </a:txBody>
                  <a:tcPr anchor="ctr"/>
                </a:tc>
                <a:tc>
                  <a:txBody>
                    <a:bodyPr/>
                    <a:lstStyle/>
                    <a:p>
                      <a:pPr algn="ctr"/>
                      <a:r>
                        <a:rPr kumimoji="1" lang="ja-JP" altLang="en-US"/>
                        <a:t>土曜猿投</a:t>
                      </a:r>
                      <a:endParaRPr kumimoji="1" lang="en-US" altLang="ja-JP"/>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（前日夕方）</a:t>
                      </a:r>
                    </a:p>
                  </a:txBody>
                  <a:tcPr anchor="ctr"/>
                </a:tc>
                <a:extLst>
                  <a:ext uri="{0D108BD9-81ED-4DB2-BD59-A6C34878D82A}">
                    <a16:rowId xmlns:a16="http://schemas.microsoft.com/office/drawing/2014/main" val="1537727345"/>
                  </a:ext>
                </a:extLst>
              </a:tr>
              <a:tr h="926746">
                <a:tc>
                  <a:txBody>
                    <a:bodyPr/>
                    <a:lstStyle/>
                    <a:p>
                      <a:pPr algn="ctr"/>
                      <a:r>
                        <a:rPr kumimoji="1" lang="ja-JP" altLang="en-US"/>
                        <a:t>その時間帯前後で</a:t>
                      </a:r>
                      <a:endParaRPr kumimoji="1" lang="en-US" altLang="ja-JP"/>
                    </a:p>
                    <a:p>
                      <a:pPr algn="ctr"/>
                      <a:r>
                        <a:rPr kumimoji="1" lang="ja-JP" altLang="en-US"/>
                        <a:t>雷雨の可能性</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中止</a:t>
                      </a:r>
                    </a:p>
                  </a:txBody>
                  <a:tcPr anchor="c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当日朝再判断</a:t>
                      </a:r>
                      <a:endParaRPr kumimoji="1" lang="en-US" altLang="ja-JP"/>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（雷雨は時間帯ズレる可能性もあるので）</a:t>
                      </a:r>
                      <a:endParaRPr kumimoji="1" lang="en-US" altLang="ja-JP" sz="1400"/>
                    </a:p>
                  </a:txBody>
                  <a:tcPr anchor="ct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中止</a:t>
                      </a:r>
                    </a:p>
                  </a:txBody>
                  <a:tcPr anchor="c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中止</a:t>
                      </a:r>
                    </a:p>
                  </a:txBody>
                  <a:tcPr anchor="ctr">
                    <a:solidFill>
                      <a:srgbClr val="FF0000"/>
                    </a:solidFill>
                  </a:tcPr>
                </a:tc>
                <a:extLst>
                  <a:ext uri="{0D108BD9-81ED-4DB2-BD59-A6C34878D82A}">
                    <a16:rowId xmlns:a16="http://schemas.microsoft.com/office/drawing/2014/main" val="2469416302"/>
                  </a:ext>
                </a:extLst>
              </a:tr>
              <a:tr h="926746">
                <a:tc>
                  <a:txBody>
                    <a:bodyPr/>
                    <a:lstStyle/>
                    <a:p>
                      <a:pPr algn="ctr"/>
                      <a:r>
                        <a:rPr kumimoji="1" lang="ja-JP" altLang="en-US"/>
                        <a:t>前後の時間帯も含めずっとかなり強めの雨</a:t>
                      </a:r>
                      <a:r>
                        <a:rPr kumimoji="1" lang="en-US" altLang="ja-JP"/>
                        <a:t>(3mm</a:t>
                      </a:r>
                      <a:r>
                        <a:rPr kumimoji="1" lang="ja-JP" altLang="en-US"/>
                        <a:t>以上予報）</a:t>
                      </a:r>
                    </a:p>
                  </a:txBody>
                  <a:tcPr anchor="ctr"/>
                </a:tc>
                <a:tc>
                  <a:txBody>
                    <a:bodyPr/>
                    <a:lstStyle/>
                    <a:p>
                      <a:pPr algn="ctr"/>
                      <a:r>
                        <a:rPr kumimoji="1" lang="ja-JP" altLang="en-US"/>
                        <a:t>中止</a:t>
                      </a:r>
                    </a:p>
                  </a:txBody>
                  <a:tcPr anchor="ctr">
                    <a:solidFill>
                      <a:srgbClr val="FF0000"/>
                    </a:solidFill>
                  </a:tcPr>
                </a:tc>
                <a:tc>
                  <a:txBody>
                    <a:bodyPr/>
                    <a:lstStyle/>
                    <a:p>
                      <a:pPr algn="ctr"/>
                      <a:r>
                        <a:rPr kumimoji="1" lang="ja-JP" altLang="en-US"/>
                        <a:t>有志練習</a:t>
                      </a:r>
                      <a:endParaRPr kumimoji="1" lang="en-US" altLang="ja-JP"/>
                    </a:p>
                    <a:p>
                      <a:pPr algn="ctr"/>
                      <a:r>
                        <a:rPr kumimoji="1" lang="ja-JP" altLang="en-US"/>
                        <a:t>（マネ幹事無し）</a:t>
                      </a:r>
                    </a:p>
                  </a:txBody>
                  <a:tcPr anchor="ctr">
                    <a:solidFill>
                      <a:srgbClr val="00FF00"/>
                    </a:solidFill>
                  </a:tcPr>
                </a:tc>
                <a:tc>
                  <a:txBody>
                    <a:bodyPr/>
                    <a:lstStyle/>
                    <a:p>
                      <a:pPr algn="ctr"/>
                      <a:r>
                        <a:rPr kumimoji="1" lang="ja-JP" altLang="en-US"/>
                        <a:t>中止</a:t>
                      </a:r>
                    </a:p>
                  </a:txBody>
                  <a:tcPr anchor="ctr">
                    <a:solidFill>
                      <a:srgbClr val="FF0000"/>
                    </a:solidFill>
                  </a:tcPr>
                </a:tc>
                <a:tc>
                  <a:txBody>
                    <a:bodyPr/>
                    <a:lstStyle/>
                    <a:p>
                      <a:pPr algn="ctr"/>
                      <a:r>
                        <a:rPr kumimoji="1" lang="ja-JP" altLang="en-US" dirty="0"/>
                        <a:t>中止</a:t>
                      </a:r>
                    </a:p>
                  </a:txBody>
                  <a:tcPr anchor="ctr">
                    <a:solidFill>
                      <a:srgbClr val="FF0000"/>
                    </a:solidFill>
                  </a:tcPr>
                </a:tc>
                <a:extLst>
                  <a:ext uri="{0D108BD9-81ED-4DB2-BD59-A6C34878D82A}">
                    <a16:rowId xmlns:a16="http://schemas.microsoft.com/office/drawing/2014/main" val="3523068058"/>
                  </a:ext>
                </a:extLst>
              </a:tr>
              <a:tr h="926746">
                <a:tc>
                  <a:txBody>
                    <a:bodyPr/>
                    <a:lstStyle/>
                    <a:p>
                      <a:pPr algn="ctr"/>
                      <a:r>
                        <a:rPr kumimoji="1" lang="ja-JP" altLang="en-US"/>
                        <a:t>前後の時間帯含めずっと雨だが小雨</a:t>
                      </a:r>
                      <a:r>
                        <a:rPr kumimoji="1" lang="en-US" altLang="ja-JP"/>
                        <a:t>or</a:t>
                      </a:r>
                      <a:r>
                        <a:rPr kumimoji="1" lang="ja-JP" altLang="en-US"/>
                        <a:t>曇りかもしれない</a:t>
                      </a:r>
                    </a:p>
                  </a:txBody>
                  <a:tcPr anchor="ctr"/>
                </a:tc>
                <a:tc>
                  <a:txBody>
                    <a:bodyPr/>
                    <a:lstStyle/>
                    <a:p>
                      <a:pPr algn="ctr"/>
                      <a:r>
                        <a:rPr kumimoji="1" lang="ja-JP" altLang="en-US"/>
                        <a:t>有志練習</a:t>
                      </a:r>
                      <a:endParaRPr kumimoji="1" lang="en-US" altLang="ja-JP"/>
                    </a:p>
                    <a:p>
                      <a:pPr algn="ctr"/>
                      <a:r>
                        <a:rPr kumimoji="1" lang="ja-JP" altLang="en-US"/>
                        <a:t>（マネ幹事無し）</a:t>
                      </a:r>
                    </a:p>
                  </a:txBody>
                  <a:tcPr anchor="ctr">
                    <a:solidFill>
                      <a:srgbClr val="00FF00"/>
                    </a:solidFill>
                  </a:tcPr>
                </a:tc>
                <a:tc>
                  <a:txBody>
                    <a:bodyPr/>
                    <a:lstStyle/>
                    <a:p>
                      <a:pPr algn="ctr"/>
                      <a:r>
                        <a:rPr kumimoji="1" lang="ja-JP" altLang="en-US"/>
                        <a:t>実施</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実施</a:t>
                      </a:r>
                    </a:p>
                  </a:txBody>
                  <a:tcPr anchor="ctr">
                    <a:solidFill>
                      <a:schemeClr val="accent1">
                        <a:lumMod val="20000"/>
                        <a:lumOff val="80000"/>
                      </a:schemeClr>
                    </a:solidFill>
                  </a:tcPr>
                </a:tc>
                <a:tc>
                  <a:txBody>
                    <a:bodyPr/>
                    <a:lstStyle/>
                    <a:p>
                      <a:pPr algn="ctr"/>
                      <a:r>
                        <a:rPr kumimoji="1" lang="ja-JP" altLang="en-US"/>
                        <a:t>中止</a:t>
                      </a:r>
                    </a:p>
                  </a:txBody>
                  <a:tcPr anchor="ctr">
                    <a:solidFill>
                      <a:srgbClr val="FF0000"/>
                    </a:solidFill>
                  </a:tcPr>
                </a:tc>
                <a:extLst>
                  <a:ext uri="{0D108BD9-81ED-4DB2-BD59-A6C34878D82A}">
                    <a16:rowId xmlns:a16="http://schemas.microsoft.com/office/drawing/2014/main" val="4252600761"/>
                  </a:ext>
                </a:extLst>
              </a:tr>
              <a:tr h="926746">
                <a:tc>
                  <a:txBody>
                    <a:bodyPr/>
                    <a:lstStyle/>
                    <a:p>
                      <a:pPr algn="ctr"/>
                      <a:r>
                        <a:rPr kumimoji="1" lang="ja-JP" altLang="en-US"/>
                        <a:t>その時間あたりから雨があやしい</a:t>
                      </a:r>
                    </a:p>
                  </a:txBody>
                  <a:tcPr anchor="ctr"/>
                </a:tc>
                <a:tc>
                  <a:txBody>
                    <a:bodyPr/>
                    <a:lstStyle/>
                    <a:p>
                      <a:pPr algn="ctr"/>
                      <a:r>
                        <a:rPr kumimoji="1" lang="ja-JP" altLang="en-US"/>
                        <a:t>実施</a:t>
                      </a:r>
                      <a:endParaRPr kumimoji="1" lang="en-US" altLang="ja-JP"/>
                    </a:p>
                  </a:txBody>
                  <a:tcPr anchor="ctr">
                    <a:solidFill>
                      <a:schemeClr val="accent1">
                        <a:lumMod val="20000"/>
                        <a:lumOff val="80000"/>
                      </a:schemeClr>
                    </a:solidFill>
                  </a:tcPr>
                </a:tc>
                <a:tc>
                  <a:txBody>
                    <a:bodyPr/>
                    <a:lstStyle/>
                    <a:p>
                      <a:pPr algn="ctr"/>
                      <a:r>
                        <a:rPr kumimoji="1" lang="ja-JP" altLang="en-US" dirty="0"/>
                        <a:t>実施</a:t>
                      </a:r>
                    </a:p>
                  </a:txBody>
                  <a:tcPr anchor="ctr">
                    <a:solidFill>
                      <a:schemeClr val="accent1">
                        <a:lumMod val="20000"/>
                        <a:lumOff val="80000"/>
                      </a:schemeClr>
                    </a:solidFill>
                  </a:tcPr>
                </a:tc>
                <a:tc>
                  <a:txBody>
                    <a:bodyPr/>
                    <a:lstStyle/>
                    <a:p>
                      <a:pPr algn="ctr"/>
                      <a:r>
                        <a:rPr kumimoji="1" lang="ja-JP" altLang="en-US"/>
                        <a:t>実施</a:t>
                      </a:r>
                    </a:p>
                  </a:txBody>
                  <a:tcPr anchor="ctr">
                    <a:solidFill>
                      <a:schemeClr val="accent1">
                        <a:lumMod val="20000"/>
                        <a:lumOff val="80000"/>
                      </a:schemeClr>
                    </a:solidFill>
                  </a:tcPr>
                </a:tc>
                <a:tc>
                  <a:txBody>
                    <a:bodyPr/>
                    <a:lstStyle/>
                    <a:p>
                      <a:pPr algn="ctr"/>
                      <a:r>
                        <a:rPr kumimoji="1" lang="ja-JP" altLang="en-US"/>
                        <a:t>中止</a:t>
                      </a:r>
                    </a:p>
                  </a:txBody>
                  <a:tcPr anchor="ctr">
                    <a:solidFill>
                      <a:srgbClr val="FF0000"/>
                    </a:solidFill>
                  </a:tcPr>
                </a:tc>
                <a:extLst>
                  <a:ext uri="{0D108BD9-81ED-4DB2-BD59-A6C34878D82A}">
                    <a16:rowId xmlns:a16="http://schemas.microsoft.com/office/drawing/2014/main" val="3138735967"/>
                  </a:ext>
                </a:extLst>
              </a:tr>
              <a:tr h="926746">
                <a:tc>
                  <a:txBody>
                    <a:bodyPr/>
                    <a:lstStyle/>
                    <a:p>
                      <a:pPr algn="ctr"/>
                      <a:r>
                        <a:rPr kumimoji="1" lang="ja-JP" altLang="en-US"/>
                        <a:t>にわか雨がくる可能性</a:t>
                      </a:r>
                    </a:p>
                  </a:txBody>
                  <a:tcPr anchor="ctr"/>
                </a:tc>
                <a:tc>
                  <a:txBody>
                    <a:bodyPr/>
                    <a:lstStyle/>
                    <a:p>
                      <a:pPr algn="ctr"/>
                      <a:r>
                        <a:rPr kumimoji="1" lang="ja-JP" altLang="en-US"/>
                        <a:t>実施</a:t>
                      </a:r>
                      <a:endParaRPr kumimoji="1" lang="en-US" altLang="ja-JP"/>
                    </a:p>
                  </a:txBody>
                  <a:tcPr anchor="ctr">
                    <a:solidFill>
                      <a:schemeClr val="accent1">
                        <a:lumMod val="20000"/>
                        <a:lumOff val="80000"/>
                      </a:schemeClr>
                    </a:solidFill>
                  </a:tcPr>
                </a:tc>
                <a:tc>
                  <a:txBody>
                    <a:bodyPr/>
                    <a:lstStyle/>
                    <a:p>
                      <a:pPr algn="ctr"/>
                      <a:r>
                        <a:rPr kumimoji="1" lang="ja-JP" altLang="en-US" dirty="0"/>
                        <a:t>実施</a:t>
                      </a:r>
                    </a:p>
                  </a:txBody>
                  <a:tcPr anchor="ctr">
                    <a:solidFill>
                      <a:schemeClr val="accent1">
                        <a:lumMod val="20000"/>
                        <a:lumOff val="80000"/>
                      </a:schemeClr>
                    </a:solidFill>
                  </a:tcPr>
                </a:tc>
                <a:tc>
                  <a:txBody>
                    <a:bodyPr/>
                    <a:lstStyle/>
                    <a:p>
                      <a:pPr algn="ctr"/>
                      <a:r>
                        <a:rPr kumimoji="1" lang="ja-JP" altLang="en-US"/>
                        <a:t>実施</a:t>
                      </a:r>
                    </a:p>
                  </a:txBody>
                  <a:tcPr anchor="ctr">
                    <a:solidFill>
                      <a:schemeClr val="accent1">
                        <a:lumMod val="20000"/>
                        <a:lumOff val="80000"/>
                      </a:schemeClr>
                    </a:solidFill>
                  </a:tcPr>
                </a:tc>
                <a:tc>
                  <a:txBody>
                    <a:bodyPr/>
                    <a:lstStyle/>
                    <a:p>
                      <a:pPr algn="ctr"/>
                      <a:r>
                        <a:rPr kumimoji="1" lang="ja-JP" altLang="en-US" dirty="0"/>
                        <a:t>現地集合で判断</a:t>
                      </a:r>
                    </a:p>
                  </a:txBody>
                  <a:tcPr anchor="ctr">
                    <a:solidFill>
                      <a:srgbClr val="FFFF00"/>
                    </a:solidFill>
                  </a:tcPr>
                </a:tc>
                <a:extLst>
                  <a:ext uri="{0D108BD9-81ED-4DB2-BD59-A6C34878D82A}">
                    <a16:rowId xmlns:a16="http://schemas.microsoft.com/office/drawing/2014/main" val="410677224"/>
                  </a:ext>
                </a:extLst>
              </a:tr>
            </a:tbl>
          </a:graphicData>
        </a:graphic>
      </p:graphicFrame>
      <p:sp>
        <p:nvSpPr>
          <p:cNvPr id="5" name="楕円 4">
            <a:extLst>
              <a:ext uri="{FF2B5EF4-FFF2-40B4-BE49-F238E27FC236}">
                <a16:creationId xmlns:a16="http://schemas.microsoft.com/office/drawing/2014/main" id="{A7085C20-0AA7-0F13-1636-2E11EAEAA044}"/>
              </a:ext>
            </a:extLst>
          </p:cNvPr>
          <p:cNvSpPr/>
          <p:nvPr/>
        </p:nvSpPr>
        <p:spPr>
          <a:xfrm>
            <a:off x="4538749" y="2344189"/>
            <a:ext cx="798021" cy="34913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solidFill>
                  <a:srgbClr val="00B0F0"/>
                </a:solidFill>
              </a:rPr>
              <a:t>6/28</a:t>
            </a:r>
            <a:endParaRPr kumimoji="1" lang="ja-JP" altLang="en-US" sz="1200" dirty="0">
              <a:solidFill>
                <a:srgbClr val="00B0F0"/>
              </a:solidFill>
            </a:endParaRPr>
          </a:p>
        </p:txBody>
      </p:sp>
      <p:sp>
        <p:nvSpPr>
          <p:cNvPr id="6" name="楕円 5">
            <a:extLst>
              <a:ext uri="{FF2B5EF4-FFF2-40B4-BE49-F238E27FC236}">
                <a16:creationId xmlns:a16="http://schemas.microsoft.com/office/drawing/2014/main" id="{352341DC-8CE6-F6CE-6121-B20F99ADB046}"/>
              </a:ext>
            </a:extLst>
          </p:cNvPr>
          <p:cNvSpPr/>
          <p:nvPr/>
        </p:nvSpPr>
        <p:spPr>
          <a:xfrm>
            <a:off x="6833061" y="3271058"/>
            <a:ext cx="648393" cy="31588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solidFill>
                  <a:srgbClr val="FF0000"/>
                </a:solidFill>
              </a:rPr>
              <a:t>7/1</a:t>
            </a:r>
            <a:endParaRPr kumimoji="1" lang="ja-JP" altLang="en-US" sz="1200" dirty="0">
              <a:solidFill>
                <a:srgbClr val="FF0000"/>
              </a:solidFill>
            </a:endParaRPr>
          </a:p>
        </p:txBody>
      </p:sp>
      <p:sp>
        <p:nvSpPr>
          <p:cNvPr id="7" name="楕円 6">
            <a:extLst>
              <a:ext uri="{FF2B5EF4-FFF2-40B4-BE49-F238E27FC236}">
                <a16:creationId xmlns:a16="http://schemas.microsoft.com/office/drawing/2014/main" id="{62C62AA5-39C6-C492-0407-3DE9101587D8}"/>
              </a:ext>
            </a:extLst>
          </p:cNvPr>
          <p:cNvSpPr/>
          <p:nvPr/>
        </p:nvSpPr>
        <p:spPr>
          <a:xfrm>
            <a:off x="4538748" y="4292023"/>
            <a:ext cx="798021" cy="349134"/>
          </a:xfrm>
          <a:prstGeom prst="ellipse">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a:solidFill>
                  <a:srgbClr val="00B0F0"/>
                </a:solidFill>
              </a:rPr>
              <a:t>7</a:t>
            </a:r>
            <a:r>
              <a:rPr kumimoji="1" lang="en-US" altLang="ja-JP" sz="1200">
                <a:solidFill>
                  <a:srgbClr val="00B0F0"/>
                </a:solidFill>
              </a:rPr>
              <a:t>/5</a:t>
            </a:r>
            <a:endParaRPr kumimoji="1" lang="ja-JP" altLang="en-US" sz="1200">
              <a:solidFill>
                <a:srgbClr val="00B0F0"/>
              </a:solidFill>
            </a:endParaRPr>
          </a:p>
        </p:txBody>
      </p:sp>
      <p:sp>
        <p:nvSpPr>
          <p:cNvPr id="9" name="テキスト ボックス 8">
            <a:extLst>
              <a:ext uri="{FF2B5EF4-FFF2-40B4-BE49-F238E27FC236}">
                <a16:creationId xmlns:a16="http://schemas.microsoft.com/office/drawing/2014/main" id="{40F5FD2D-3737-2713-A60C-91097E97BF9A}"/>
              </a:ext>
            </a:extLst>
          </p:cNvPr>
          <p:cNvSpPr txBox="1"/>
          <p:nvPr/>
        </p:nvSpPr>
        <p:spPr>
          <a:xfrm>
            <a:off x="6716683" y="31189"/>
            <a:ext cx="2144684" cy="646331"/>
          </a:xfrm>
          <a:prstGeom prst="rect">
            <a:avLst/>
          </a:prstGeom>
          <a:noFill/>
        </p:spPr>
        <p:txBody>
          <a:bodyPr wrap="square" rtlCol="0">
            <a:spAutoFit/>
          </a:bodyPr>
          <a:lstStyle/>
          <a:p>
            <a:r>
              <a:rPr kumimoji="1" lang="ja-JP" altLang="en-US"/>
              <a:t>屋根はあって荷物置いておける</a:t>
            </a:r>
          </a:p>
        </p:txBody>
      </p:sp>
      <p:cxnSp>
        <p:nvCxnSpPr>
          <p:cNvPr id="11" name="直線矢印コネクタ 10">
            <a:extLst>
              <a:ext uri="{FF2B5EF4-FFF2-40B4-BE49-F238E27FC236}">
                <a16:creationId xmlns:a16="http://schemas.microsoft.com/office/drawing/2014/main" id="{4AD0FB51-0F37-614C-B246-4B271E9689FE}"/>
              </a:ext>
            </a:extLst>
          </p:cNvPr>
          <p:cNvCxnSpPr/>
          <p:nvPr/>
        </p:nvCxnSpPr>
        <p:spPr>
          <a:xfrm flipH="1">
            <a:off x="6833061" y="498764"/>
            <a:ext cx="324196" cy="430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8BE243A3-7570-0DED-9843-CF4F6BFE3394}"/>
              </a:ext>
            </a:extLst>
          </p:cNvPr>
          <p:cNvCxnSpPr>
            <a:cxnSpLocks/>
          </p:cNvCxnSpPr>
          <p:nvPr/>
        </p:nvCxnSpPr>
        <p:spPr>
          <a:xfrm>
            <a:off x="7988529" y="584018"/>
            <a:ext cx="274321" cy="430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68ADB62A-339D-2215-0742-C12F58B4A11E}"/>
              </a:ext>
            </a:extLst>
          </p:cNvPr>
          <p:cNvSpPr txBox="1"/>
          <p:nvPr/>
        </p:nvSpPr>
        <p:spPr>
          <a:xfrm>
            <a:off x="261851" y="214686"/>
            <a:ext cx="3096490" cy="369332"/>
          </a:xfrm>
          <a:prstGeom prst="rect">
            <a:avLst/>
          </a:prstGeom>
          <a:noFill/>
        </p:spPr>
        <p:txBody>
          <a:bodyPr wrap="square" rtlCol="0">
            <a:spAutoFit/>
          </a:bodyPr>
          <a:lstStyle/>
          <a:p>
            <a:r>
              <a:rPr kumimoji="1" lang="ja-JP" altLang="en-US"/>
              <a:t>（）内は判断タイミング</a:t>
            </a:r>
          </a:p>
        </p:txBody>
      </p:sp>
      <p:sp>
        <p:nvSpPr>
          <p:cNvPr id="2" name="楕円 1">
            <a:extLst>
              <a:ext uri="{FF2B5EF4-FFF2-40B4-BE49-F238E27FC236}">
                <a16:creationId xmlns:a16="http://schemas.microsoft.com/office/drawing/2014/main" id="{71926DFB-33E3-257F-5430-0FE4D9BBC4FF}"/>
              </a:ext>
            </a:extLst>
          </p:cNvPr>
          <p:cNvSpPr/>
          <p:nvPr/>
        </p:nvSpPr>
        <p:spPr>
          <a:xfrm>
            <a:off x="8728363" y="4206241"/>
            <a:ext cx="798021" cy="349134"/>
          </a:xfrm>
          <a:prstGeom prst="ellipse">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a:solidFill>
                  <a:srgbClr val="FF0000"/>
                </a:solidFill>
              </a:rPr>
              <a:t>7</a:t>
            </a:r>
            <a:r>
              <a:rPr kumimoji="1" lang="en-US" altLang="ja-JP" sz="1200">
                <a:solidFill>
                  <a:srgbClr val="FF0000"/>
                </a:solidFill>
              </a:rPr>
              <a:t>/8</a:t>
            </a:r>
            <a:endParaRPr kumimoji="1" lang="ja-JP" altLang="en-US" sz="1200">
              <a:solidFill>
                <a:srgbClr val="FF0000"/>
              </a:solidFill>
            </a:endParaRPr>
          </a:p>
        </p:txBody>
      </p:sp>
      <p:sp>
        <p:nvSpPr>
          <p:cNvPr id="3" name="テキスト ボックス 2">
            <a:extLst>
              <a:ext uri="{FF2B5EF4-FFF2-40B4-BE49-F238E27FC236}">
                <a16:creationId xmlns:a16="http://schemas.microsoft.com/office/drawing/2014/main" id="{F05234D0-265C-56A6-9B07-1592D7FBB696}"/>
              </a:ext>
            </a:extLst>
          </p:cNvPr>
          <p:cNvSpPr txBox="1"/>
          <p:nvPr/>
        </p:nvSpPr>
        <p:spPr>
          <a:xfrm>
            <a:off x="299257" y="6525109"/>
            <a:ext cx="6999318" cy="369332"/>
          </a:xfrm>
          <a:prstGeom prst="rect">
            <a:avLst/>
          </a:prstGeom>
          <a:noFill/>
        </p:spPr>
        <p:txBody>
          <a:bodyPr wrap="square" rtlCol="0">
            <a:spAutoFit/>
          </a:bodyPr>
          <a:lstStyle/>
          <a:p>
            <a:r>
              <a:rPr kumimoji="1" lang="ja-JP" altLang="en-US" b="1">
                <a:solidFill>
                  <a:srgbClr val="FF0000"/>
                </a:solidFill>
              </a:rPr>
              <a:t>全てにおいて最後は現場で個人判断で</a:t>
            </a:r>
            <a:r>
              <a:rPr kumimoji="1" lang="en-US" altLang="ja-JP" b="1">
                <a:solidFill>
                  <a:srgbClr val="FF0000"/>
                </a:solidFill>
              </a:rPr>
              <a:t>OK</a:t>
            </a:r>
            <a:r>
              <a:rPr kumimoji="1" lang="ja-JP" altLang="en-US" b="1">
                <a:solidFill>
                  <a:srgbClr val="FF0000"/>
                </a:solidFill>
              </a:rPr>
              <a:t>（マネ／幹事も）</a:t>
            </a:r>
          </a:p>
        </p:txBody>
      </p:sp>
      <p:sp>
        <p:nvSpPr>
          <p:cNvPr id="8" name="楕円 7">
            <a:extLst>
              <a:ext uri="{FF2B5EF4-FFF2-40B4-BE49-F238E27FC236}">
                <a16:creationId xmlns:a16="http://schemas.microsoft.com/office/drawing/2014/main" id="{2E8362EA-85DC-4062-516F-E96773FD2FC6}"/>
              </a:ext>
            </a:extLst>
          </p:cNvPr>
          <p:cNvSpPr/>
          <p:nvPr/>
        </p:nvSpPr>
        <p:spPr>
          <a:xfrm>
            <a:off x="4538749" y="3759123"/>
            <a:ext cx="798021" cy="349134"/>
          </a:xfrm>
          <a:prstGeom prst="ellipse">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dirty="0">
                <a:solidFill>
                  <a:srgbClr val="00B0F0"/>
                </a:solidFill>
              </a:rPr>
              <a:t>7</a:t>
            </a:r>
            <a:r>
              <a:rPr kumimoji="1" lang="en-US" altLang="ja-JP" sz="1200" dirty="0">
                <a:solidFill>
                  <a:srgbClr val="00B0F0"/>
                </a:solidFill>
              </a:rPr>
              <a:t>/12</a:t>
            </a:r>
            <a:endParaRPr kumimoji="1" lang="ja-JP" altLang="en-US" sz="1200" dirty="0">
              <a:solidFill>
                <a:srgbClr val="00B0F0"/>
              </a:solidFill>
            </a:endParaRPr>
          </a:p>
        </p:txBody>
      </p:sp>
      <p:sp>
        <p:nvSpPr>
          <p:cNvPr id="10" name="楕円 9">
            <a:extLst>
              <a:ext uri="{FF2B5EF4-FFF2-40B4-BE49-F238E27FC236}">
                <a16:creationId xmlns:a16="http://schemas.microsoft.com/office/drawing/2014/main" id="{CDD7D64F-C261-466D-AF53-5467A7D7DBF9}"/>
              </a:ext>
            </a:extLst>
          </p:cNvPr>
          <p:cNvSpPr/>
          <p:nvPr/>
        </p:nvSpPr>
        <p:spPr>
          <a:xfrm>
            <a:off x="4538748" y="5174057"/>
            <a:ext cx="798021" cy="349134"/>
          </a:xfrm>
          <a:prstGeom prst="ellipse">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dirty="0">
                <a:solidFill>
                  <a:srgbClr val="00B0F0"/>
                </a:solidFill>
              </a:rPr>
              <a:t>7</a:t>
            </a:r>
            <a:r>
              <a:rPr kumimoji="1" lang="en-US" altLang="ja-JP" sz="1200" dirty="0">
                <a:solidFill>
                  <a:srgbClr val="00B0F0"/>
                </a:solidFill>
              </a:rPr>
              <a:t>/19</a:t>
            </a:r>
            <a:endParaRPr kumimoji="1" lang="ja-JP" altLang="en-US" sz="1200" dirty="0">
              <a:solidFill>
                <a:srgbClr val="00B0F0"/>
              </a:solidFill>
            </a:endParaRPr>
          </a:p>
        </p:txBody>
      </p:sp>
      <p:sp>
        <p:nvSpPr>
          <p:cNvPr id="13" name="楕円 12">
            <a:extLst>
              <a:ext uri="{FF2B5EF4-FFF2-40B4-BE49-F238E27FC236}">
                <a16:creationId xmlns:a16="http://schemas.microsoft.com/office/drawing/2014/main" id="{2042B1DD-1F0C-2F7C-A4FC-E71190845CF8}"/>
              </a:ext>
            </a:extLst>
          </p:cNvPr>
          <p:cNvSpPr/>
          <p:nvPr/>
        </p:nvSpPr>
        <p:spPr>
          <a:xfrm>
            <a:off x="11346278" y="6677026"/>
            <a:ext cx="782584" cy="31588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solidFill>
                  <a:srgbClr val="FF0000"/>
                </a:solidFill>
              </a:rPr>
              <a:t>7/15</a:t>
            </a:r>
            <a:endParaRPr kumimoji="1" lang="ja-JP" altLang="en-US" sz="1200" dirty="0">
              <a:solidFill>
                <a:srgbClr val="FF0000"/>
              </a:solidFill>
            </a:endParaRPr>
          </a:p>
        </p:txBody>
      </p:sp>
    </p:spTree>
    <p:extLst>
      <p:ext uri="{BB962C8B-B14F-4D97-AF65-F5344CB8AC3E}">
        <p14:creationId xmlns:p14="http://schemas.microsoft.com/office/powerpoint/2010/main" val="2357055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6C4A7CA-5666-65A4-D391-C6B9B95A570A}"/>
              </a:ext>
            </a:extLst>
          </p:cNvPr>
          <p:cNvSpPr txBox="1"/>
          <p:nvPr/>
        </p:nvSpPr>
        <p:spPr>
          <a:xfrm>
            <a:off x="249382" y="282633"/>
            <a:ext cx="11571316" cy="2862322"/>
          </a:xfrm>
          <a:prstGeom prst="rect">
            <a:avLst/>
          </a:prstGeom>
          <a:noFill/>
        </p:spPr>
        <p:txBody>
          <a:bodyPr wrap="square" rtlCol="0">
            <a:spAutoFit/>
          </a:bodyPr>
          <a:lstStyle/>
          <a:p>
            <a:r>
              <a:rPr kumimoji="1" lang="ja-JP" altLang="en-US" sz="2000"/>
              <a:t>＜考え方＞</a:t>
            </a:r>
            <a:endParaRPr kumimoji="1" lang="en-US" altLang="ja-JP" sz="2000"/>
          </a:p>
          <a:p>
            <a:r>
              <a:rPr kumimoji="1" lang="ja-JP" altLang="en-US" sz="2000"/>
              <a:t>■夏場の雨は基本的には風邪のリスクは少ない、むしろ日差しが無い分雨天時の練習は　　</a:t>
            </a:r>
            <a:endParaRPr kumimoji="1" lang="en-US" altLang="ja-JP" sz="2000"/>
          </a:p>
          <a:p>
            <a:r>
              <a:rPr lang="ja-JP" altLang="en-US" sz="2000"/>
              <a:t>　</a:t>
            </a:r>
            <a:r>
              <a:rPr kumimoji="1" lang="ja-JP" altLang="en-US" sz="2000"/>
              <a:t>おすすめ</a:t>
            </a:r>
            <a:r>
              <a:rPr lang="ja-JP" altLang="en-US" sz="2000">
                <a:solidFill>
                  <a:srgbClr val="FF0000"/>
                </a:solidFill>
              </a:rPr>
              <a:t>むしろ駅伝大会本番や市民大会が雨の場合にも備えて雨の日にも強くなってほしい。</a:t>
            </a:r>
            <a:endParaRPr kumimoji="1" lang="en-US" altLang="ja-JP" sz="2000">
              <a:solidFill>
                <a:srgbClr val="FF0000"/>
              </a:solidFill>
            </a:endParaRPr>
          </a:p>
          <a:p>
            <a:r>
              <a:rPr lang="ja-JP" altLang="en-US" sz="2000"/>
              <a:t>■ただし水曜夕方は電車で帰る人等もいる＋荷物置き場もないので、ちょっと控えめにはしておく。</a:t>
            </a:r>
            <a:endParaRPr lang="en-US" altLang="ja-JP" sz="2000"/>
          </a:p>
          <a:p>
            <a:r>
              <a:rPr kumimoji="1" lang="ja-JP" altLang="en-US" sz="2000"/>
              <a:t>■幹事／マネの方には申し訳ないがスポセン中総なら屋根一応あるので何とかなる？</a:t>
            </a:r>
            <a:endParaRPr kumimoji="1" lang="en-US" altLang="ja-JP" sz="2000"/>
          </a:p>
          <a:p>
            <a:r>
              <a:rPr lang="ja-JP" altLang="en-US" sz="2000"/>
              <a:t>　いつも有志練習にした瞬間に≒中止という捉え方になり人が一気にこなくなるので</a:t>
            </a:r>
            <a:endParaRPr lang="en-US" altLang="ja-JP" sz="2000"/>
          </a:p>
          <a:p>
            <a:r>
              <a:rPr lang="ja-JP" altLang="en-US" sz="2000"/>
              <a:t>　なるべくなら実施の方向でいきたい</a:t>
            </a:r>
            <a:endParaRPr lang="en-US" altLang="ja-JP" sz="2000"/>
          </a:p>
          <a:p>
            <a:endParaRPr kumimoji="1" lang="en-US" altLang="ja-JP" sz="2000"/>
          </a:p>
          <a:p>
            <a:r>
              <a:rPr lang="ja-JP" altLang="en-US" sz="2000"/>
              <a:t>↑寒くなったら見直し</a:t>
            </a:r>
            <a:endParaRPr kumimoji="1" lang="en-US" altLang="ja-JP" sz="2000"/>
          </a:p>
        </p:txBody>
      </p:sp>
    </p:spTree>
    <p:extLst>
      <p:ext uri="{BB962C8B-B14F-4D97-AF65-F5344CB8AC3E}">
        <p14:creationId xmlns:p14="http://schemas.microsoft.com/office/powerpoint/2010/main" val="41932824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A43775712445F4F82775BB460FB3292" ma:contentTypeVersion="18" ma:contentTypeDescription="新しいドキュメントを作成します。" ma:contentTypeScope="" ma:versionID="8e42fe8b183222c4c117a6db4a25b6c1">
  <xsd:schema xmlns:xsd="http://www.w3.org/2001/XMLSchema" xmlns:xs="http://www.w3.org/2001/XMLSchema" xmlns:p="http://schemas.microsoft.com/office/2006/metadata/properties" xmlns:ns2="6e9d908a-9f95-4997-80f1-3523e6bc2e19" xmlns:ns3="25ec1c44-e65e-43e7-94fb-6edd69e0929a" targetNamespace="http://schemas.microsoft.com/office/2006/metadata/properties" ma:root="true" ma:fieldsID="9e20836c3aff8573ef6390666352d87a" ns2:_="" ns3:_="">
    <xsd:import namespace="6e9d908a-9f95-4997-80f1-3523e6bc2e19"/>
    <xsd:import namespace="25ec1c44-e65e-43e7-94fb-6edd69e092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d908a-9f95-4997-80f1-3523e6bc2e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画像タグ" ma:readOnly="false" ma:fieldId="{5cf76f15-5ced-4ddc-b409-7134ff3c332f}" ma:taxonomyMulti="true" ma:sspId="401df557-eeb5-435c-8d7c-77a7fa12a987"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ec1c44-e65e-43e7-94fb-6edd69e0929a"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22" nillable="true" ma:displayName="Taxonomy Catch All Column" ma:hidden="true" ma:list="{07a44d82-081a-4791-bff5-ed16b6724170}" ma:internalName="TaxCatchAll" ma:showField="CatchAllData" ma:web="25ec1c44-e65e-43e7-94fb-6edd69e092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6e9d908a-9f95-4997-80f1-3523e6bc2e19" xsi:nil="true"/>
    <SharedWithUsers xmlns="25ec1c44-e65e-43e7-94fb-6edd69e0929a">
      <UserInfo>
        <DisplayName/>
        <AccountId xsi:nil="true"/>
        <AccountType/>
      </UserInfo>
    </SharedWithUsers>
    <lcf76f155ced4ddcb4097134ff3c332f xmlns="6e9d908a-9f95-4997-80f1-3523e6bc2e19">
      <Terms xmlns="http://schemas.microsoft.com/office/infopath/2007/PartnerControls"/>
    </lcf76f155ced4ddcb4097134ff3c332f>
    <TaxCatchAll xmlns="25ec1c44-e65e-43e7-94fb-6edd69e0929a" xsi:nil="true"/>
  </documentManagement>
</p:properties>
</file>

<file path=customXml/itemProps1.xml><?xml version="1.0" encoding="utf-8"?>
<ds:datastoreItem xmlns:ds="http://schemas.openxmlformats.org/officeDocument/2006/customXml" ds:itemID="{8A91A89D-FB44-4F7C-A4D4-ACA3D4352630}"/>
</file>

<file path=customXml/itemProps2.xml><?xml version="1.0" encoding="utf-8"?>
<ds:datastoreItem xmlns:ds="http://schemas.openxmlformats.org/officeDocument/2006/customXml" ds:itemID="{C31D461E-B039-4BBB-8317-FE9EE5CE8104}">
  <ds:schemaRefs>
    <ds:schemaRef ds:uri="http://schemas.microsoft.com/sharepoint/v3/contenttype/forms"/>
  </ds:schemaRefs>
</ds:datastoreItem>
</file>

<file path=customXml/itemProps3.xml><?xml version="1.0" encoding="utf-8"?>
<ds:datastoreItem xmlns:ds="http://schemas.openxmlformats.org/officeDocument/2006/customXml" ds:itemID="{C5F1FC17-A886-4F76-A106-8B3A9C2ABF30}"/>
</file>

<file path=docProps/app.xml><?xml version="1.0" encoding="utf-8"?>
<Properties xmlns="http://schemas.openxmlformats.org/officeDocument/2006/extended-properties" xmlns:vt="http://schemas.openxmlformats.org/officeDocument/2006/docPropsVTypes">
  <TotalTime>1</TotalTime>
  <Words>294</Words>
  <Application>Microsoft Office PowerPoint</Application>
  <PresentationFormat>ワイド画面</PresentationFormat>
  <Paragraphs>58</Paragraphs>
  <Slides>2</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vt:i4>
      </vt:variant>
    </vt:vector>
  </HeadingPairs>
  <TitlesOfParts>
    <vt:vector size="6" baseType="lpstr">
      <vt:lpstr>游ゴシック</vt:lpstr>
      <vt:lpstr>游ゴシック Light</vt:lpstr>
      <vt:lpstr>Arial</vt:lpstr>
      <vt:lpstr>Office テーマ</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Wada, Ryuta/和田 龍太</dc:creator>
  <cp:lastModifiedBy>Wada, Ryuta/和田 龍太</cp:lastModifiedBy>
  <cp:revision>1</cp:revision>
  <dcterms:created xsi:type="dcterms:W3CDTF">2023-07-03T22:24:03Z</dcterms:created>
  <dcterms:modified xsi:type="dcterms:W3CDTF">2023-07-18T22:53:50Z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d_ProgID">
    <vt:lpwstr/>
  </property>
  <property fmtid="{D5CDD505-2E9C-101B-9397-08002B2CF9AE}" pid="3" name="MediaServiceImageTags">
    <vt:lpwstr/>
  </property>
  <property fmtid="{D5CDD505-2E9C-101B-9397-08002B2CF9AE}" pid="4" name="ContentTypeId">
    <vt:lpwstr>0x010100DA43775712445F4F82775BB460FB3292</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